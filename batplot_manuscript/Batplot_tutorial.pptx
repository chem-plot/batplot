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5" r:id="rId9"/>
    <p:sldId id="285" r:id="rId10"/>
    <p:sldId id="266" r:id="rId11"/>
    <p:sldId id="268" r:id="rId12"/>
    <p:sldId id="269" r:id="rId13"/>
    <p:sldId id="270" r:id="rId14"/>
    <p:sldId id="271" r:id="rId15"/>
    <p:sldId id="273" r:id="rId16"/>
    <p:sldId id="284" r:id="rId17"/>
    <p:sldId id="267" r:id="rId18"/>
    <p:sldId id="263" r:id="rId19"/>
    <p:sldId id="280" r:id="rId20"/>
    <p:sldId id="281" r:id="rId21"/>
    <p:sldId id="274" r:id="rId22"/>
    <p:sldId id="282" r:id="rId23"/>
    <p:sldId id="275" r:id="rId24"/>
    <p:sldId id="276" r:id="rId25"/>
    <p:sldId id="277" r:id="rId26"/>
    <p:sldId id="278" r:id="rId27"/>
    <p:sldId id="279" r:id="rId28"/>
    <p:sldId id="283" r:id="rId29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DC42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77E13B-DA26-DC47-8BE0-2466D351F1A7}" v="8" dt="2026-02-04T08:51:49.7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34"/>
    <p:restoredTop sz="94659"/>
  </p:normalViewPr>
  <p:slideViewPr>
    <p:cSldViewPr snapToGrid="0">
      <p:cViewPr varScale="1">
        <p:scale>
          <a:sx n="146" d="100"/>
          <a:sy n="146" d="100"/>
        </p:scale>
        <p:origin x="1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an Dai" userId="f930fd77-a0da-49f8-8460-e431497edf7d" providerId="ADAL" clId="{200C10C0-1C5D-5A56-B21E-6C243F06DD4D}"/>
    <pc:docChg chg="undo custSel addSld delSld modSld sldOrd">
      <pc:chgData name="Tian Dai" userId="f930fd77-a0da-49f8-8460-e431497edf7d" providerId="ADAL" clId="{200C10C0-1C5D-5A56-B21E-6C243F06DD4D}" dt="2026-02-04T08:52:03.418" v="4708" actId="20577"/>
      <pc:docMkLst>
        <pc:docMk/>
      </pc:docMkLst>
      <pc:sldChg chg="addSp modSp mod">
        <pc:chgData name="Tian Dai" userId="f930fd77-a0da-49f8-8460-e431497edf7d" providerId="ADAL" clId="{200C10C0-1C5D-5A56-B21E-6C243F06DD4D}" dt="2026-02-02T15:13:29.641" v="3620" actId="1076"/>
        <pc:sldMkLst>
          <pc:docMk/>
          <pc:sldMk cId="1887462731" sldId="257"/>
        </pc:sldMkLst>
        <pc:picChg chg="add mod">
          <ac:chgData name="Tian Dai" userId="f930fd77-a0da-49f8-8460-e431497edf7d" providerId="ADAL" clId="{200C10C0-1C5D-5A56-B21E-6C243F06DD4D}" dt="2026-02-02T15:13:29.641" v="3620" actId="1076"/>
          <ac:picMkLst>
            <pc:docMk/>
            <pc:sldMk cId="1887462731" sldId="257"/>
            <ac:picMk id="2" creationId="{D8C05B0B-37DE-9214-1B45-5B88E2A38CF3}"/>
          </ac:picMkLst>
        </pc:picChg>
        <pc:picChg chg="add mod">
          <ac:chgData name="Tian Dai" userId="f930fd77-a0da-49f8-8460-e431497edf7d" providerId="ADAL" clId="{200C10C0-1C5D-5A56-B21E-6C243F06DD4D}" dt="2026-02-02T15:13:19.225" v="3615" actId="1076"/>
          <ac:picMkLst>
            <pc:docMk/>
            <pc:sldMk cId="1887462731" sldId="257"/>
            <ac:picMk id="3" creationId="{7028261F-8A1B-1001-0B5A-7ED95F3DAD69}"/>
          </ac:picMkLst>
        </pc:picChg>
        <pc:picChg chg="add mod">
          <ac:chgData name="Tian Dai" userId="f930fd77-a0da-49f8-8460-e431497edf7d" providerId="ADAL" clId="{200C10C0-1C5D-5A56-B21E-6C243F06DD4D}" dt="2026-02-02T15:13:25.075" v="3618" actId="1076"/>
          <ac:picMkLst>
            <pc:docMk/>
            <pc:sldMk cId="1887462731" sldId="257"/>
            <ac:picMk id="4" creationId="{186A3FA1-78A3-6698-23F6-9520F0D8BB2A}"/>
          </ac:picMkLst>
        </pc:picChg>
        <pc:picChg chg="add mod">
          <ac:chgData name="Tian Dai" userId="f930fd77-a0da-49f8-8460-e431497edf7d" providerId="ADAL" clId="{200C10C0-1C5D-5A56-B21E-6C243F06DD4D}" dt="2026-02-02T15:13:02.724" v="3608" actId="1076"/>
          <ac:picMkLst>
            <pc:docMk/>
            <pc:sldMk cId="1887462731" sldId="257"/>
            <ac:picMk id="5" creationId="{BC99E876-FCEE-BC19-0D0D-44FCFC175047}"/>
          </ac:picMkLst>
        </pc:picChg>
        <pc:picChg chg="add mod">
          <ac:chgData name="Tian Dai" userId="f930fd77-a0da-49f8-8460-e431497edf7d" providerId="ADAL" clId="{200C10C0-1C5D-5A56-B21E-6C243F06DD4D}" dt="2026-02-02T15:13:11.873" v="3612" actId="1076"/>
          <ac:picMkLst>
            <pc:docMk/>
            <pc:sldMk cId="1887462731" sldId="257"/>
            <ac:picMk id="6" creationId="{7650E6B3-405F-E788-6C04-13CFA2ABC929}"/>
          </ac:picMkLst>
        </pc:picChg>
      </pc:sldChg>
      <pc:sldChg chg="modSp mod">
        <pc:chgData name="Tian Dai" userId="f930fd77-a0da-49f8-8460-e431497edf7d" providerId="ADAL" clId="{200C10C0-1C5D-5A56-B21E-6C243F06DD4D}" dt="2026-02-02T15:22:42.138" v="3897" actId="20577"/>
        <pc:sldMkLst>
          <pc:docMk/>
          <pc:sldMk cId="3152950321" sldId="258"/>
        </pc:sldMkLst>
        <pc:spChg chg="mod">
          <ac:chgData name="Tian Dai" userId="f930fd77-a0da-49f8-8460-e431497edf7d" providerId="ADAL" clId="{200C10C0-1C5D-5A56-B21E-6C243F06DD4D}" dt="2026-02-02T15:22:42.138" v="3897" actId="20577"/>
          <ac:spMkLst>
            <pc:docMk/>
            <pc:sldMk cId="3152950321" sldId="258"/>
            <ac:spMk id="3" creationId="{E8A2FF10-6808-9A24-189B-4ADA0787D4BB}"/>
          </ac:spMkLst>
        </pc:spChg>
      </pc:sldChg>
      <pc:sldChg chg="modSp mod">
        <pc:chgData name="Tian Dai" userId="f930fd77-a0da-49f8-8460-e431497edf7d" providerId="ADAL" clId="{200C10C0-1C5D-5A56-B21E-6C243F06DD4D}" dt="2026-02-02T15:24:19.525" v="3928" actId="207"/>
        <pc:sldMkLst>
          <pc:docMk/>
          <pc:sldMk cId="711914311" sldId="259"/>
        </pc:sldMkLst>
        <pc:spChg chg="mod">
          <ac:chgData name="Tian Dai" userId="f930fd77-a0da-49f8-8460-e431497edf7d" providerId="ADAL" clId="{200C10C0-1C5D-5A56-B21E-6C243F06DD4D}" dt="2026-02-02T15:24:14.460" v="3926" actId="207"/>
          <ac:spMkLst>
            <pc:docMk/>
            <pc:sldMk cId="711914311" sldId="259"/>
            <ac:spMk id="5" creationId="{2C85B47D-3616-F830-22AF-4934FCB99EE4}"/>
          </ac:spMkLst>
        </pc:spChg>
        <pc:spChg chg="mod">
          <ac:chgData name="Tian Dai" userId="f930fd77-a0da-49f8-8460-e431497edf7d" providerId="ADAL" clId="{200C10C0-1C5D-5A56-B21E-6C243F06DD4D}" dt="2026-02-02T15:24:16.959" v="3927" actId="207"/>
          <ac:spMkLst>
            <pc:docMk/>
            <pc:sldMk cId="711914311" sldId="259"/>
            <ac:spMk id="7" creationId="{FBADB160-6915-718E-4CE5-C48A03D7304B}"/>
          </ac:spMkLst>
        </pc:spChg>
        <pc:spChg chg="mod">
          <ac:chgData name="Tian Dai" userId="f930fd77-a0da-49f8-8460-e431497edf7d" providerId="ADAL" clId="{200C10C0-1C5D-5A56-B21E-6C243F06DD4D}" dt="2026-02-02T15:24:19.525" v="3928" actId="207"/>
          <ac:spMkLst>
            <pc:docMk/>
            <pc:sldMk cId="711914311" sldId="259"/>
            <ac:spMk id="10" creationId="{5BB82E6E-0E24-38DC-EFFB-EF16EF5641DA}"/>
          </ac:spMkLst>
        </pc:spChg>
      </pc:sldChg>
      <pc:sldChg chg="modSp mod">
        <pc:chgData name="Tian Dai" userId="f930fd77-a0da-49f8-8460-e431497edf7d" providerId="ADAL" clId="{200C10C0-1C5D-5A56-B21E-6C243F06DD4D}" dt="2026-02-02T15:24:03.042" v="3925" actId="207"/>
        <pc:sldMkLst>
          <pc:docMk/>
          <pc:sldMk cId="3805904820" sldId="260"/>
        </pc:sldMkLst>
        <pc:spChg chg="mod">
          <ac:chgData name="Tian Dai" userId="f930fd77-a0da-49f8-8460-e431497edf7d" providerId="ADAL" clId="{200C10C0-1C5D-5A56-B21E-6C243F06DD4D}" dt="2026-02-02T15:24:03.042" v="3925" actId="207"/>
          <ac:spMkLst>
            <pc:docMk/>
            <pc:sldMk cId="3805904820" sldId="260"/>
            <ac:spMk id="4" creationId="{56E8DD12-61E1-F8CD-CCD5-DF12A9234B79}"/>
          </ac:spMkLst>
        </pc:spChg>
      </pc:sldChg>
      <pc:sldChg chg="addSp delSp modSp mod">
        <pc:chgData name="Tian Dai" userId="f930fd77-a0da-49f8-8460-e431497edf7d" providerId="ADAL" clId="{200C10C0-1C5D-5A56-B21E-6C243F06DD4D}" dt="2026-02-02T15:22:01.978" v="3890" actId="207"/>
        <pc:sldMkLst>
          <pc:docMk/>
          <pc:sldMk cId="4167560395" sldId="261"/>
        </pc:sldMkLst>
        <pc:spChg chg="add mod">
          <ac:chgData name="Tian Dai" userId="f930fd77-a0da-49f8-8460-e431497edf7d" providerId="ADAL" clId="{200C10C0-1C5D-5A56-B21E-6C243F06DD4D}" dt="2026-02-02T15:22:01.978" v="3890" actId="207"/>
          <ac:spMkLst>
            <pc:docMk/>
            <pc:sldMk cId="4167560395" sldId="261"/>
            <ac:spMk id="5" creationId="{DFC80587-83B4-D2F2-B421-0B6BE7813D7E}"/>
          </ac:spMkLst>
        </pc:spChg>
        <pc:spChg chg="mod">
          <ac:chgData name="Tian Dai" userId="f930fd77-a0da-49f8-8460-e431497edf7d" providerId="ADAL" clId="{200C10C0-1C5D-5A56-B21E-6C243F06DD4D}" dt="2026-02-02T15:21:55.412" v="3889" actId="207"/>
          <ac:spMkLst>
            <pc:docMk/>
            <pc:sldMk cId="4167560395" sldId="261"/>
            <ac:spMk id="8" creationId="{F7FDDBD8-1681-110D-00F9-9958D8636E8F}"/>
          </ac:spMkLst>
        </pc:spChg>
        <pc:spChg chg="mod">
          <ac:chgData name="Tian Dai" userId="f930fd77-a0da-49f8-8460-e431497edf7d" providerId="ADAL" clId="{200C10C0-1C5D-5A56-B21E-6C243F06DD4D}" dt="2026-02-02T15:16:38.043" v="3730" actId="20577"/>
          <ac:spMkLst>
            <pc:docMk/>
            <pc:sldMk cId="4167560395" sldId="261"/>
            <ac:spMk id="12" creationId="{C38222A7-72F4-D259-A13C-AC03785F2731}"/>
          </ac:spMkLst>
        </pc:spChg>
        <pc:spChg chg="mod">
          <ac:chgData name="Tian Dai" userId="f930fd77-a0da-49f8-8460-e431497edf7d" providerId="ADAL" clId="{200C10C0-1C5D-5A56-B21E-6C243F06DD4D}" dt="2026-02-02T15:18:19.808" v="3887" actId="1076"/>
          <ac:spMkLst>
            <pc:docMk/>
            <pc:sldMk cId="4167560395" sldId="261"/>
            <ac:spMk id="16" creationId="{2808E5F0-D2E4-BA02-717E-48727653C0C5}"/>
          </ac:spMkLst>
        </pc:spChg>
        <pc:picChg chg="add mod">
          <ac:chgData name="Tian Dai" userId="f930fd77-a0da-49f8-8460-e431497edf7d" providerId="ADAL" clId="{200C10C0-1C5D-5A56-B21E-6C243F06DD4D}" dt="2026-02-02T15:18:08.658" v="3882" actId="1076"/>
          <ac:picMkLst>
            <pc:docMk/>
            <pc:sldMk cId="4167560395" sldId="261"/>
            <ac:picMk id="3" creationId="{A37ED970-85BC-9DCE-07EB-73352D48A593}"/>
          </ac:picMkLst>
        </pc:picChg>
      </pc:sldChg>
      <pc:sldChg chg="addSp delSp modSp mod">
        <pc:chgData name="Tian Dai" userId="f930fd77-a0da-49f8-8460-e431497edf7d" providerId="ADAL" clId="{200C10C0-1C5D-5A56-B21E-6C243F06DD4D}" dt="2026-02-02T15:24:37.264" v="3931" actId="207"/>
        <pc:sldMkLst>
          <pc:docMk/>
          <pc:sldMk cId="2948257671" sldId="262"/>
        </pc:sldMkLst>
        <pc:spChg chg="mod">
          <ac:chgData name="Tian Dai" userId="f930fd77-a0da-49f8-8460-e431497edf7d" providerId="ADAL" clId="{200C10C0-1C5D-5A56-B21E-6C243F06DD4D}" dt="2026-02-02T15:24:26.377" v="3929" actId="207"/>
          <ac:spMkLst>
            <pc:docMk/>
            <pc:sldMk cId="2948257671" sldId="262"/>
            <ac:spMk id="3" creationId="{F32FD272-28B6-35E0-DE21-C75526D725A5}"/>
          </ac:spMkLst>
        </pc:spChg>
        <pc:spChg chg="mod">
          <ac:chgData name="Tian Dai" userId="f930fd77-a0da-49f8-8460-e431497edf7d" providerId="ADAL" clId="{200C10C0-1C5D-5A56-B21E-6C243F06DD4D}" dt="2026-02-02T15:24:37.264" v="3931" actId="207"/>
          <ac:spMkLst>
            <pc:docMk/>
            <pc:sldMk cId="2948257671" sldId="262"/>
            <ac:spMk id="10" creationId="{F9C662A8-3388-8CC8-EBD7-95AC67BCC634}"/>
          </ac:spMkLst>
        </pc:spChg>
        <pc:picChg chg="add mod">
          <ac:chgData name="Tian Dai" userId="f930fd77-a0da-49f8-8460-e431497edf7d" providerId="ADAL" clId="{200C10C0-1C5D-5A56-B21E-6C243F06DD4D}" dt="2026-02-02T09:31:24.295" v="453" actId="1076"/>
          <ac:picMkLst>
            <pc:docMk/>
            <pc:sldMk cId="2948257671" sldId="262"/>
            <ac:picMk id="6" creationId="{46EE9104-BC13-CC35-5951-805F99B90307}"/>
          </ac:picMkLst>
        </pc:picChg>
      </pc:sldChg>
      <pc:sldChg chg="modSp mod">
        <pc:chgData name="Tian Dai" userId="f930fd77-a0da-49f8-8460-e431497edf7d" providerId="ADAL" clId="{200C10C0-1C5D-5A56-B21E-6C243F06DD4D}" dt="2026-02-02T15:26:50.259" v="3969" actId="207"/>
        <pc:sldMkLst>
          <pc:docMk/>
          <pc:sldMk cId="1729002218" sldId="263"/>
        </pc:sldMkLst>
        <pc:spChg chg="mod">
          <ac:chgData name="Tian Dai" userId="f930fd77-a0da-49f8-8460-e431497edf7d" providerId="ADAL" clId="{200C10C0-1C5D-5A56-B21E-6C243F06DD4D}" dt="2026-02-02T10:11:45.233" v="1202" actId="20577"/>
          <ac:spMkLst>
            <pc:docMk/>
            <pc:sldMk cId="1729002218" sldId="263"/>
            <ac:spMk id="4" creationId="{914AB4D3-01C6-F6E5-39C7-A8C5F72EEC20}"/>
          </ac:spMkLst>
        </pc:spChg>
        <pc:spChg chg="mod">
          <ac:chgData name="Tian Dai" userId="f930fd77-a0da-49f8-8460-e431497edf7d" providerId="ADAL" clId="{200C10C0-1C5D-5A56-B21E-6C243F06DD4D}" dt="2026-02-02T15:26:50.259" v="3969" actId="207"/>
          <ac:spMkLst>
            <pc:docMk/>
            <pc:sldMk cId="1729002218" sldId="263"/>
            <ac:spMk id="5" creationId="{81FACDF5-F0A4-6A09-E103-68D0C41AA6E5}"/>
          </ac:spMkLst>
        </pc:spChg>
      </pc:sldChg>
      <pc:sldChg chg="addSp delSp modSp mod">
        <pc:chgData name="Tian Dai" userId="f930fd77-a0da-49f8-8460-e431497edf7d" providerId="ADAL" clId="{200C10C0-1C5D-5A56-B21E-6C243F06DD4D}" dt="2026-02-04T08:49:15.023" v="4444" actId="207"/>
        <pc:sldMkLst>
          <pc:docMk/>
          <pc:sldMk cId="2383961682" sldId="265"/>
        </pc:sldMkLst>
        <pc:spChg chg="add mod">
          <ac:chgData name="Tian Dai" userId="f930fd77-a0da-49f8-8460-e431497edf7d" providerId="ADAL" clId="{200C10C0-1C5D-5A56-B21E-6C243F06DD4D}" dt="2026-02-04T08:46:55.535" v="4136" actId="1076"/>
          <ac:spMkLst>
            <pc:docMk/>
            <pc:sldMk cId="2383961682" sldId="265"/>
            <ac:spMk id="2" creationId="{A0CE4517-0887-C4CB-2E12-6AD6B73A0B2A}"/>
          </ac:spMkLst>
        </pc:spChg>
        <pc:spChg chg="mod">
          <ac:chgData name="Tian Dai" userId="f930fd77-a0da-49f8-8460-e431497edf7d" providerId="ADAL" clId="{200C10C0-1C5D-5A56-B21E-6C243F06DD4D}" dt="2026-02-02T15:24:44.352" v="3932" actId="207"/>
          <ac:spMkLst>
            <pc:docMk/>
            <pc:sldMk cId="2383961682" sldId="265"/>
            <ac:spMk id="3" creationId="{2F06B30F-99AB-1A1D-7E33-23E7D1AE335A}"/>
          </ac:spMkLst>
        </pc:spChg>
        <pc:spChg chg="add mod">
          <ac:chgData name="Tian Dai" userId="f930fd77-a0da-49f8-8460-e431497edf7d" providerId="ADAL" clId="{200C10C0-1C5D-5A56-B21E-6C243F06DD4D}" dt="2026-02-04T08:47:07.273" v="4167" actId="1076"/>
          <ac:spMkLst>
            <pc:docMk/>
            <pc:sldMk cId="2383961682" sldId="265"/>
            <ac:spMk id="6" creationId="{DC5B4D58-5491-BB2E-5927-9ED20858DB2F}"/>
          </ac:spMkLst>
        </pc:spChg>
        <pc:spChg chg="add mod">
          <ac:chgData name="Tian Dai" userId="f930fd77-a0da-49f8-8460-e431497edf7d" providerId="ADAL" clId="{200C10C0-1C5D-5A56-B21E-6C243F06DD4D}" dt="2026-02-04T08:49:15.023" v="4444" actId="207"/>
          <ac:spMkLst>
            <pc:docMk/>
            <pc:sldMk cId="2383961682" sldId="265"/>
            <ac:spMk id="7" creationId="{8A76AD96-4313-1E00-A337-EA622B64CD14}"/>
          </ac:spMkLst>
        </pc:spChg>
        <pc:picChg chg="add mod">
          <ac:chgData name="Tian Dai" userId="f930fd77-a0da-49f8-8460-e431497edf7d" providerId="ADAL" clId="{200C10C0-1C5D-5A56-B21E-6C243F06DD4D}" dt="2026-02-02T09:32:45.128" v="475" actId="1076"/>
          <ac:picMkLst>
            <pc:docMk/>
            <pc:sldMk cId="2383961682" sldId="265"/>
            <ac:picMk id="10" creationId="{ED06BC3D-4667-A899-644A-D2A4EF3A3AD5}"/>
          </ac:picMkLst>
        </pc:picChg>
        <pc:picChg chg="add mod">
          <ac:chgData name="Tian Dai" userId="f930fd77-a0da-49f8-8460-e431497edf7d" providerId="ADAL" clId="{200C10C0-1C5D-5A56-B21E-6C243F06DD4D}" dt="2026-02-02T09:49:10.867" v="973" actId="1076"/>
          <ac:picMkLst>
            <pc:docMk/>
            <pc:sldMk cId="2383961682" sldId="265"/>
            <ac:picMk id="15" creationId="{74187E4A-7B3F-6567-576D-29EAE251A365}"/>
          </ac:picMkLst>
        </pc:picChg>
        <pc:cxnChg chg="add">
          <ac:chgData name="Tian Dai" userId="f930fd77-a0da-49f8-8460-e431497edf7d" providerId="ADAL" clId="{200C10C0-1C5D-5A56-B21E-6C243F06DD4D}" dt="2026-02-02T09:32:42.403" v="474" actId="11529"/>
          <ac:cxnSpMkLst>
            <pc:docMk/>
            <pc:sldMk cId="2383961682" sldId="265"/>
            <ac:cxnSpMk id="13" creationId="{4F4CF542-EC61-41CB-AE77-E4665F054226}"/>
          </ac:cxnSpMkLst>
        </pc:cxnChg>
      </pc:sldChg>
      <pc:sldChg chg="addSp delSp modSp mod">
        <pc:chgData name="Tian Dai" userId="f930fd77-a0da-49f8-8460-e431497edf7d" providerId="ADAL" clId="{200C10C0-1C5D-5A56-B21E-6C243F06DD4D}" dt="2026-02-02T15:24:50.513" v="3933" actId="207"/>
        <pc:sldMkLst>
          <pc:docMk/>
          <pc:sldMk cId="2529305409" sldId="266"/>
        </pc:sldMkLst>
        <pc:spChg chg="mod">
          <ac:chgData name="Tian Dai" userId="f930fd77-a0da-49f8-8460-e431497edf7d" providerId="ADAL" clId="{200C10C0-1C5D-5A56-B21E-6C243F06DD4D}" dt="2026-02-02T15:24:50.513" v="3933" actId="207"/>
          <ac:spMkLst>
            <pc:docMk/>
            <pc:sldMk cId="2529305409" sldId="266"/>
            <ac:spMk id="3" creationId="{9A037C78-5F14-3B9E-74DD-C02A54B5C330}"/>
          </ac:spMkLst>
        </pc:spChg>
        <pc:picChg chg="add mod">
          <ac:chgData name="Tian Dai" userId="f930fd77-a0da-49f8-8460-e431497edf7d" providerId="ADAL" clId="{200C10C0-1C5D-5A56-B21E-6C243F06DD4D}" dt="2026-02-02T09:50:02.633" v="981" actId="1076"/>
          <ac:picMkLst>
            <pc:docMk/>
            <pc:sldMk cId="2529305409" sldId="266"/>
            <ac:picMk id="11" creationId="{2D9075A5-8F55-CEC9-C173-E7D639E44352}"/>
          </ac:picMkLst>
        </pc:picChg>
      </pc:sldChg>
      <pc:sldChg chg="delSp modSp mod">
        <pc:chgData name="Tian Dai" userId="f930fd77-a0da-49f8-8460-e431497edf7d" providerId="ADAL" clId="{200C10C0-1C5D-5A56-B21E-6C243F06DD4D}" dt="2026-02-02T15:26:42.575" v="3968" actId="20577"/>
        <pc:sldMkLst>
          <pc:docMk/>
          <pc:sldMk cId="3194135794" sldId="267"/>
        </pc:sldMkLst>
        <pc:spChg chg="mod">
          <ac:chgData name="Tian Dai" userId="f930fd77-a0da-49f8-8460-e431497edf7d" providerId="ADAL" clId="{200C10C0-1C5D-5A56-B21E-6C243F06DD4D}" dt="2026-02-02T10:11:41.626" v="1198" actId="20577"/>
          <ac:spMkLst>
            <pc:docMk/>
            <pc:sldMk cId="3194135794" sldId="267"/>
            <ac:spMk id="4" creationId="{61E977A2-4227-55AD-3569-BCF491216041}"/>
          </ac:spMkLst>
        </pc:spChg>
        <pc:spChg chg="mod">
          <ac:chgData name="Tian Dai" userId="f930fd77-a0da-49f8-8460-e431497edf7d" providerId="ADAL" clId="{200C10C0-1C5D-5A56-B21E-6C243F06DD4D}" dt="2026-02-02T15:26:40.347" v="3967" actId="207"/>
          <ac:spMkLst>
            <pc:docMk/>
            <pc:sldMk cId="3194135794" sldId="267"/>
            <ac:spMk id="5" creationId="{9F46593F-E1A0-8846-40F2-975C27437D7A}"/>
          </ac:spMkLst>
        </pc:spChg>
        <pc:spChg chg="mod">
          <ac:chgData name="Tian Dai" userId="f930fd77-a0da-49f8-8460-e431497edf7d" providerId="ADAL" clId="{200C10C0-1C5D-5A56-B21E-6C243F06DD4D}" dt="2026-02-02T10:31:41.713" v="1650" actId="1076"/>
          <ac:spMkLst>
            <pc:docMk/>
            <pc:sldMk cId="3194135794" sldId="267"/>
            <ac:spMk id="8" creationId="{27F29F3C-C587-CEF2-C813-F39F286D5545}"/>
          </ac:spMkLst>
        </pc:spChg>
        <pc:spChg chg="mod">
          <ac:chgData name="Tian Dai" userId="f930fd77-a0da-49f8-8460-e431497edf7d" providerId="ADAL" clId="{200C10C0-1C5D-5A56-B21E-6C243F06DD4D}" dt="2026-02-02T15:26:42.575" v="3968" actId="20577"/>
          <ac:spMkLst>
            <pc:docMk/>
            <pc:sldMk cId="3194135794" sldId="267"/>
            <ac:spMk id="9" creationId="{E2F91F66-CB93-6247-09B6-E251068D3024}"/>
          </ac:spMkLst>
        </pc:spChg>
      </pc:sldChg>
      <pc:sldChg chg="addSp delSp modSp mod">
        <pc:chgData name="Tian Dai" userId="f930fd77-a0da-49f8-8460-e431497edf7d" providerId="ADAL" clId="{200C10C0-1C5D-5A56-B21E-6C243F06DD4D}" dt="2026-02-02T15:24:57.275" v="3935" actId="207"/>
        <pc:sldMkLst>
          <pc:docMk/>
          <pc:sldMk cId="3826213449" sldId="268"/>
        </pc:sldMkLst>
        <pc:spChg chg="mod">
          <ac:chgData name="Tian Dai" userId="f930fd77-a0da-49f8-8460-e431497edf7d" providerId="ADAL" clId="{200C10C0-1C5D-5A56-B21E-6C243F06DD4D}" dt="2026-02-02T15:24:53.762" v="3934" actId="207"/>
          <ac:spMkLst>
            <pc:docMk/>
            <pc:sldMk cId="3826213449" sldId="268"/>
            <ac:spMk id="3" creationId="{35235243-B92A-9CEF-6B5B-582265BF6FF0}"/>
          </ac:spMkLst>
        </pc:spChg>
        <pc:spChg chg="mod">
          <ac:chgData name="Tian Dai" userId="f930fd77-a0da-49f8-8460-e431497edf7d" providerId="ADAL" clId="{200C10C0-1C5D-5A56-B21E-6C243F06DD4D}" dt="2026-02-02T15:24:57.275" v="3935" actId="207"/>
          <ac:spMkLst>
            <pc:docMk/>
            <pc:sldMk cId="3826213449" sldId="268"/>
            <ac:spMk id="5" creationId="{6F76D948-FD97-7EEA-DB4F-BC88FC72152B}"/>
          </ac:spMkLst>
        </pc:spChg>
        <pc:picChg chg="add mod">
          <ac:chgData name="Tian Dai" userId="f930fd77-a0da-49f8-8460-e431497edf7d" providerId="ADAL" clId="{200C10C0-1C5D-5A56-B21E-6C243F06DD4D}" dt="2026-02-02T09:50:42.450" v="999" actId="1076"/>
          <ac:picMkLst>
            <pc:docMk/>
            <pc:sldMk cId="3826213449" sldId="268"/>
            <ac:picMk id="11" creationId="{907314F5-97DF-3047-1B50-DB0701B69F67}"/>
          </ac:picMkLst>
        </pc:picChg>
      </pc:sldChg>
      <pc:sldChg chg="addSp delSp modSp add mod">
        <pc:chgData name="Tian Dai" userId="f930fd77-a0da-49f8-8460-e431497edf7d" providerId="ADAL" clId="{200C10C0-1C5D-5A56-B21E-6C243F06DD4D}" dt="2026-02-02T15:25:51.194" v="3956" actId="207"/>
        <pc:sldMkLst>
          <pc:docMk/>
          <pc:sldMk cId="1000843852" sldId="269"/>
        </pc:sldMkLst>
        <pc:spChg chg="add mod">
          <ac:chgData name="Tian Dai" userId="f930fd77-a0da-49f8-8460-e431497edf7d" providerId="ADAL" clId="{200C10C0-1C5D-5A56-B21E-6C243F06DD4D}" dt="2026-02-02T09:52:27.150" v="1014" actId="1076"/>
          <ac:spMkLst>
            <pc:docMk/>
            <pc:sldMk cId="1000843852" sldId="269"/>
            <ac:spMk id="2" creationId="{2A932FF3-4BEF-F465-2705-2C6B5EFF62C6}"/>
          </ac:spMkLst>
        </pc:spChg>
        <pc:spChg chg="mod">
          <ac:chgData name="Tian Dai" userId="f930fd77-a0da-49f8-8460-e431497edf7d" providerId="ADAL" clId="{200C10C0-1C5D-5A56-B21E-6C243F06DD4D}" dt="2026-02-02T15:25:02.942" v="3937" actId="207"/>
          <ac:spMkLst>
            <pc:docMk/>
            <pc:sldMk cId="1000843852" sldId="269"/>
            <ac:spMk id="3" creationId="{2DD1674C-B153-4DA6-7388-263450EDCCD2}"/>
          </ac:spMkLst>
        </pc:spChg>
        <pc:spChg chg="mod">
          <ac:chgData name="Tian Dai" userId="f930fd77-a0da-49f8-8460-e431497edf7d" providerId="ADAL" clId="{200C10C0-1C5D-5A56-B21E-6C243F06DD4D}" dt="2026-02-02T09:18:35.403" v="442" actId="20577"/>
          <ac:spMkLst>
            <pc:docMk/>
            <pc:sldMk cId="1000843852" sldId="269"/>
            <ac:spMk id="5" creationId="{0FDE068B-7E71-EFB2-1792-41C14BF9E49E}"/>
          </ac:spMkLst>
        </pc:spChg>
        <pc:spChg chg="add mod">
          <ac:chgData name="Tian Dai" userId="f930fd77-a0da-49f8-8460-e431497edf7d" providerId="ADAL" clId="{200C10C0-1C5D-5A56-B21E-6C243F06DD4D}" dt="2026-02-02T09:52:27.150" v="1014" actId="1076"/>
          <ac:spMkLst>
            <pc:docMk/>
            <pc:sldMk cId="1000843852" sldId="269"/>
            <ac:spMk id="6" creationId="{F1523594-AC67-2BD8-BC3C-2BA838C1E7F0}"/>
          </ac:spMkLst>
        </pc:spChg>
        <pc:spChg chg="add mod">
          <ac:chgData name="Tian Dai" userId="f930fd77-a0da-49f8-8460-e431497edf7d" providerId="ADAL" clId="{200C10C0-1C5D-5A56-B21E-6C243F06DD4D}" dt="2026-02-02T15:25:51.194" v="3956" actId="207"/>
          <ac:spMkLst>
            <pc:docMk/>
            <pc:sldMk cId="1000843852" sldId="269"/>
            <ac:spMk id="8" creationId="{929DF920-6002-0D2D-B920-EF304594A680}"/>
          </ac:spMkLst>
        </pc:spChg>
        <pc:picChg chg="add mod">
          <ac:chgData name="Tian Dai" userId="f930fd77-a0da-49f8-8460-e431497edf7d" providerId="ADAL" clId="{200C10C0-1C5D-5A56-B21E-6C243F06DD4D}" dt="2026-02-02T09:53:14.983" v="1114" actId="1076"/>
          <ac:picMkLst>
            <pc:docMk/>
            <pc:sldMk cId="1000843852" sldId="269"/>
            <ac:picMk id="14" creationId="{778A73D5-C379-CAD4-6AEE-553E2844EB4B}"/>
          </ac:picMkLst>
        </pc:picChg>
      </pc:sldChg>
      <pc:sldChg chg="addSp delSp modSp add mod">
        <pc:chgData name="Tian Dai" userId="f930fd77-a0da-49f8-8460-e431497edf7d" providerId="ADAL" clId="{200C10C0-1C5D-5A56-B21E-6C243F06DD4D}" dt="2026-02-02T15:49:09.733" v="3999" actId="1076"/>
        <pc:sldMkLst>
          <pc:docMk/>
          <pc:sldMk cId="1782356455" sldId="270"/>
        </pc:sldMkLst>
        <pc:spChg chg="mod">
          <ac:chgData name="Tian Dai" userId="f930fd77-a0da-49f8-8460-e431497edf7d" providerId="ADAL" clId="{200C10C0-1C5D-5A56-B21E-6C243F06DD4D}" dt="2026-02-02T09:43:53.215" v="898" actId="1076"/>
          <ac:spMkLst>
            <pc:docMk/>
            <pc:sldMk cId="1782356455" sldId="270"/>
            <ac:spMk id="2" creationId="{AB6FE9B2-276E-E889-6445-AE863FC6F210}"/>
          </ac:spMkLst>
        </pc:spChg>
        <pc:spChg chg="mod">
          <ac:chgData name="Tian Dai" userId="f930fd77-a0da-49f8-8460-e431497edf7d" providerId="ADAL" clId="{200C10C0-1C5D-5A56-B21E-6C243F06DD4D}" dt="2026-02-02T15:25:58.679" v="3957" actId="207"/>
          <ac:spMkLst>
            <pc:docMk/>
            <pc:sldMk cId="1782356455" sldId="270"/>
            <ac:spMk id="3" creationId="{65062CFA-9C01-BAA0-B732-C8481789D405}"/>
          </ac:spMkLst>
        </pc:spChg>
        <pc:spChg chg="mod">
          <ac:chgData name="Tian Dai" userId="f930fd77-a0da-49f8-8460-e431497edf7d" providerId="ADAL" clId="{200C10C0-1C5D-5A56-B21E-6C243F06DD4D}" dt="2026-02-02T09:55:18.898" v="1193" actId="20577"/>
          <ac:spMkLst>
            <pc:docMk/>
            <pc:sldMk cId="1782356455" sldId="270"/>
            <ac:spMk id="5" creationId="{749AA334-D6D9-DCE1-0E58-56EA2B039FC5}"/>
          </ac:spMkLst>
        </pc:spChg>
        <pc:spChg chg="mod">
          <ac:chgData name="Tian Dai" userId="f930fd77-a0da-49f8-8460-e431497edf7d" providerId="ADAL" clId="{200C10C0-1C5D-5A56-B21E-6C243F06DD4D}" dt="2026-02-02T09:43:50.818" v="897" actId="1076"/>
          <ac:spMkLst>
            <pc:docMk/>
            <pc:sldMk cId="1782356455" sldId="270"/>
            <ac:spMk id="6" creationId="{C22A3601-035D-332F-1848-2614731E5EA7}"/>
          </ac:spMkLst>
        </pc:spChg>
        <pc:spChg chg="add mod">
          <ac:chgData name="Tian Dai" userId="f930fd77-a0da-49f8-8460-e431497edf7d" providerId="ADAL" clId="{200C10C0-1C5D-5A56-B21E-6C243F06DD4D}" dt="2026-02-02T15:26:07.564" v="3959" actId="207"/>
          <ac:spMkLst>
            <pc:docMk/>
            <pc:sldMk cId="1782356455" sldId="270"/>
            <ac:spMk id="13" creationId="{C8A7DDA2-21F6-9349-8DF0-067401F395EC}"/>
          </ac:spMkLst>
        </pc:spChg>
        <pc:picChg chg="add mod">
          <ac:chgData name="Tian Dai" userId="f930fd77-a0da-49f8-8460-e431497edf7d" providerId="ADAL" clId="{200C10C0-1C5D-5A56-B21E-6C243F06DD4D}" dt="2026-02-02T15:49:09.733" v="3999" actId="1076"/>
          <ac:picMkLst>
            <pc:docMk/>
            <pc:sldMk cId="1782356455" sldId="270"/>
            <ac:picMk id="15" creationId="{C534FCDB-73E1-B1E8-16BD-31D04E9D4EBB}"/>
          </ac:picMkLst>
        </pc:picChg>
      </pc:sldChg>
      <pc:sldChg chg="addSp delSp modSp add mod">
        <pc:chgData name="Tian Dai" userId="f930fd77-a0da-49f8-8460-e431497edf7d" providerId="ADAL" clId="{200C10C0-1C5D-5A56-B21E-6C243F06DD4D}" dt="2026-02-02T15:26:18.040" v="3961" actId="1076"/>
        <pc:sldMkLst>
          <pc:docMk/>
          <pc:sldMk cId="395671324" sldId="271"/>
        </pc:sldMkLst>
        <pc:spChg chg="mod">
          <ac:chgData name="Tian Dai" userId="f930fd77-a0da-49f8-8460-e431497edf7d" providerId="ADAL" clId="{200C10C0-1C5D-5A56-B21E-6C243F06DD4D}" dt="2026-02-02T09:44:55.251" v="961" actId="1076"/>
          <ac:spMkLst>
            <pc:docMk/>
            <pc:sldMk cId="395671324" sldId="271"/>
            <ac:spMk id="5" creationId="{744877AB-B378-DAE8-DEDC-EA4850CE3219}"/>
          </ac:spMkLst>
        </pc:spChg>
        <pc:spChg chg="add mod">
          <ac:chgData name="Tian Dai" userId="f930fd77-a0da-49f8-8460-e431497edf7d" providerId="ADAL" clId="{200C10C0-1C5D-5A56-B21E-6C243F06DD4D}" dt="2026-02-02T15:26:18.040" v="3961" actId="1076"/>
          <ac:spMkLst>
            <pc:docMk/>
            <pc:sldMk cId="395671324" sldId="271"/>
            <ac:spMk id="7" creationId="{402009D9-0DD4-CCDD-DF14-0EDB09A57184}"/>
          </ac:spMkLst>
        </pc:spChg>
        <pc:picChg chg="add mod">
          <ac:chgData name="Tian Dai" userId="f930fd77-a0da-49f8-8460-e431497edf7d" providerId="ADAL" clId="{200C10C0-1C5D-5A56-B21E-6C243F06DD4D}" dt="2026-02-02T10:20:16.786" v="1319" actId="1076"/>
          <ac:picMkLst>
            <pc:docMk/>
            <pc:sldMk cId="395671324" sldId="271"/>
            <ac:picMk id="10" creationId="{2DCC226F-9671-A4E7-CDE1-C9BCE0B4C48D}"/>
          </ac:picMkLst>
        </pc:picChg>
      </pc:sldChg>
      <pc:sldChg chg="modSp add del mod">
        <pc:chgData name="Tian Dai" userId="f930fd77-a0da-49f8-8460-e431497edf7d" providerId="ADAL" clId="{200C10C0-1C5D-5A56-B21E-6C243F06DD4D}" dt="2026-02-02T10:20:53.318" v="1329" actId="2696"/>
        <pc:sldMkLst>
          <pc:docMk/>
          <pc:sldMk cId="1682224574" sldId="272"/>
        </pc:sldMkLst>
      </pc:sldChg>
      <pc:sldChg chg="addSp delSp modSp add mod">
        <pc:chgData name="Tian Dai" userId="f930fd77-a0da-49f8-8460-e431497edf7d" providerId="ADAL" clId="{200C10C0-1C5D-5A56-B21E-6C243F06DD4D}" dt="2026-02-02T15:54:22.250" v="4124" actId="1076"/>
        <pc:sldMkLst>
          <pc:docMk/>
          <pc:sldMk cId="736391057" sldId="273"/>
        </pc:sldMkLst>
        <pc:spChg chg="mod">
          <ac:chgData name="Tian Dai" userId="f930fd77-a0da-49f8-8460-e431497edf7d" providerId="ADAL" clId="{200C10C0-1C5D-5A56-B21E-6C243F06DD4D}" dt="2026-02-02T10:20:58.052" v="1338" actId="20577"/>
          <ac:spMkLst>
            <pc:docMk/>
            <pc:sldMk cId="736391057" sldId="273"/>
            <ac:spMk id="4" creationId="{32553BB0-1A49-D24B-88D0-2CCA0443AC4B}"/>
          </ac:spMkLst>
        </pc:spChg>
        <pc:spChg chg="add mod">
          <ac:chgData name="Tian Dai" userId="f930fd77-a0da-49f8-8460-e431497edf7d" providerId="ADAL" clId="{200C10C0-1C5D-5A56-B21E-6C243F06DD4D}" dt="2026-02-02T15:53:01.120" v="4117" actId="20577"/>
          <ac:spMkLst>
            <pc:docMk/>
            <pc:sldMk cId="736391057" sldId="273"/>
            <ac:spMk id="9" creationId="{CAF77DB3-67EB-E36E-5611-D089F7ECA1CD}"/>
          </ac:spMkLst>
        </pc:spChg>
        <pc:spChg chg="add mod">
          <ac:chgData name="Tian Dai" userId="f930fd77-a0da-49f8-8460-e431497edf7d" providerId="ADAL" clId="{200C10C0-1C5D-5A56-B21E-6C243F06DD4D}" dt="2026-02-02T15:53:04.949" v="4118" actId="20577"/>
          <ac:spMkLst>
            <pc:docMk/>
            <pc:sldMk cId="736391057" sldId="273"/>
            <ac:spMk id="13" creationId="{C0F201FF-571A-CD74-80DF-AFB03AEC62F6}"/>
          </ac:spMkLst>
        </pc:spChg>
        <pc:picChg chg="add mod">
          <ac:chgData name="Tian Dai" userId="f930fd77-a0da-49f8-8460-e431497edf7d" providerId="ADAL" clId="{200C10C0-1C5D-5A56-B21E-6C243F06DD4D}" dt="2026-02-02T15:54:22.250" v="4124" actId="1076"/>
          <ac:picMkLst>
            <pc:docMk/>
            <pc:sldMk cId="736391057" sldId="273"/>
            <ac:picMk id="15" creationId="{90F42E59-E797-9F8F-90F8-0C3DAB1AA7B3}"/>
          </ac:picMkLst>
        </pc:picChg>
      </pc:sldChg>
      <pc:sldChg chg="modSp add del mod">
        <pc:chgData name="Tian Dai" userId="f930fd77-a0da-49f8-8460-e431497edf7d" providerId="ADAL" clId="{200C10C0-1C5D-5A56-B21E-6C243F06DD4D}" dt="2026-02-02T10:31:25.246" v="1647" actId="2696"/>
        <pc:sldMkLst>
          <pc:docMk/>
          <pc:sldMk cId="157387130" sldId="274"/>
        </pc:sldMkLst>
      </pc:sldChg>
      <pc:sldChg chg="addSp delSp modSp add mod">
        <pc:chgData name="Tian Dai" userId="f930fd77-a0da-49f8-8460-e431497edf7d" providerId="ADAL" clId="{200C10C0-1C5D-5A56-B21E-6C243F06DD4D}" dt="2026-02-02T15:27:19.449" v="3975" actId="207"/>
        <pc:sldMkLst>
          <pc:docMk/>
          <pc:sldMk cId="3545423729" sldId="274"/>
        </pc:sldMkLst>
        <pc:spChg chg="add mod">
          <ac:chgData name="Tian Dai" userId="f930fd77-a0da-49f8-8460-e431497edf7d" providerId="ADAL" clId="{200C10C0-1C5D-5A56-B21E-6C243F06DD4D}" dt="2026-02-02T15:27:17.076" v="3974" actId="207"/>
          <ac:spMkLst>
            <pc:docMk/>
            <pc:sldMk cId="3545423729" sldId="274"/>
            <ac:spMk id="3" creationId="{430620F1-3FD0-D381-095C-FA3299FA5DBA}"/>
          </ac:spMkLst>
        </pc:spChg>
        <pc:spChg chg="mod">
          <ac:chgData name="Tian Dai" userId="f930fd77-a0da-49f8-8460-e431497edf7d" providerId="ADAL" clId="{200C10C0-1C5D-5A56-B21E-6C243F06DD4D}" dt="2026-02-02T10:32:37.190" v="1693" actId="20577"/>
          <ac:spMkLst>
            <pc:docMk/>
            <pc:sldMk cId="3545423729" sldId="274"/>
            <ac:spMk id="4" creationId="{0AF4A2AF-13D7-2C52-8047-E8ED87952B80}"/>
          </ac:spMkLst>
        </pc:spChg>
        <pc:spChg chg="add mod">
          <ac:chgData name="Tian Dai" userId="f930fd77-a0da-49f8-8460-e431497edf7d" providerId="ADAL" clId="{200C10C0-1C5D-5A56-B21E-6C243F06DD4D}" dt="2026-02-02T15:27:19.449" v="3975" actId="207"/>
          <ac:spMkLst>
            <pc:docMk/>
            <pc:sldMk cId="3545423729" sldId="274"/>
            <ac:spMk id="8" creationId="{A2019452-9726-C3A1-B9B7-23DA9ED134C6}"/>
          </ac:spMkLst>
        </pc:spChg>
        <pc:picChg chg="add mod">
          <ac:chgData name="Tian Dai" userId="f930fd77-a0da-49f8-8460-e431497edf7d" providerId="ADAL" clId="{200C10C0-1C5D-5A56-B21E-6C243F06DD4D}" dt="2026-02-02T10:37:52.480" v="1908" actId="1076"/>
          <ac:picMkLst>
            <pc:docMk/>
            <pc:sldMk cId="3545423729" sldId="274"/>
            <ac:picMk id="10" creationId="{151EEDD2-7E3F-691A-FC2A-8355DFC2AF09}"/>
          </ac:picMkLst>
        </pc:picChg>
        <pc:picChg chg="add mod">
          <ac:chgData name="Tian Dai" userId="f930fd77-a0da-49f8-8460-e431497edf7d" providerId="ADAL" clId="{200C10C0-1C5D-5A56-B21E-6C243F06DD4D}" dt="2026-02-02T10:54:33.200" v="1909" actId="1076"/>
          <ac:picMkLst>
            <pc:docMk/>
            <pc:sldMk cId="3545423729" sldId="274"/>
            <ac:picMk id="11" creationId="{D3D087CF-1D9B-A47A-64AA-3EAD6C931D25}"/>
          </ac:picMkLst>
        </pc:picChg>
      </pc:sldChg>
      <pc:sldChg chg="addSp delSp modSp add mod">
        <pc:chgData name="Tian Dai" userId="f930fd77-a0da-49f8-8460-e431497edf7d" providerId="ADAL" clId="{200C10C0-1C5D-5A56-B21E-6C243F06DD4D}" dt="2026-02-02T15:27:34.543" v="3980" actId="207"/>
        <pc:sldMkLst>
          <pc:docMk/>
          <pc:sldMk cId="1730263894" sldId="275"/>
        </pc:sldMkLst>
        <pc:spChg chg="add mod">
          <ac:chgData name="Tian Dai" userId="f930fd77-a0da-49f8-8460-e431497edf7d" providerId="ADAL" clId="{200C10C0-1C5D-5A56-B21E-6C243F06DD4D}" dt="2026-02-02T15:27:34.543" v="3980" actId="207"/>
          <ac:spMkLst>
            <pc:docMk/>
            <pc:sldMk cId="1730263894" sldId="275"/>
            <ac:spMk id="2" creationId="{2CDF275A-1A77-6101-9DB6-FB0DE88A6E86}"/>
          </ac:spMkLst>
        </pc:spChg>
        <pc:spChg chg="mod">
          <ac:chgData name="Tian Dai" userId="f930fd77-a0da-49f8-8460-e431497edf7d" providerId="ADAL" clId="{200C10C0-1C5D-5A56-B21E-6C243F06DD4D}" dt="2026-02-02T15:27:31.660" v="3979" actId="207"/>
          <ac:spMkLst>
            <pc:docMk/>
            <pc:sldMk cId="1730263894" sldId="275"/>
            <ac:spMk id="4" creationId="{5F59F4C0-91CB-77E6-1D32-D2220C855D02}"/>
          </ac:spMkLst>
        </pc:spChg>
        <pc:spChg chg="add mod">
          <ac:chgData name="Tian Dai" userId="f930fd77-a0da-49f8-8460-e431497edf7d" providerId="ADAL" clId="{200C10C0-1C5D-5A56-B21E-6C243F06DD4D}" dt="2026-02-02T15:27:34.543" v="3980" actId="207"/>
          <ac:spMkLst>
            <pc:docMk/>
            <pc:sldMk cId="1730263894" sldId="275"/>
            <ac:spMk id="5" creationId="{211154D7-8E63-AF84-1609-3E6CF3C9A83C}"/>
          </ac:spMkLst>
        </pc:spChg>
        <pc:picChg chg="add mod">
          <ac:chgData name="Tian Dai" userId="f930fd77-a0da-49f8-8460-e431497edf7d" providerId="ADAL" clId="{200C10C0-1C5D-5A56-B21E-6C243F06DD4D}" dt="2026-02-02T11:24:48.165" v="2260" actId="14100"/>
          <ac:picMkLst>
            <pc:docMk/>
            <pc:sldMk cId="1730263894" sldId="275"/>
            <ac:picMk id="7" creationId="{D7933E7C-608A-F74C-1E26-03D6A8AB7195}"/>
          </ac:picMkLst>
        </pc:picChg>
      </pc:sldChg>
      <pc:sldChg chg="addSp delSp modSp add mod">
        <pc:chgData name="Tian Dai" userId="f930fd77-a0da-49f8-8460-e431497edf7d" providerId="ADAL" clId="{200C10C0-1C5D-5A56-B21E-6C243F06DD4D}" dt="2026-02-02T15:27:50.762" v="3985" actId="207"/>
        <pc:sldMkLst>
          <pc:docMk/>
          <pc:sldMk cId="862596908" sldId="276"/>
        </pc:sldMkLst>
        <pc:spChg chg="add mod">
          <ac:chgData name="Tian Dai" userId="f930fd77-a0da-49f8-8460-e431497edf7d" providerId="ADAL" clId="{200C10C0-1C5D-5A56-B21E-6C243F06DD4D}" dt="2026-02-02T15:27:50.762" v="3985" actId="207"/>
          <ac:spMkLst>
            <pc:docMk/>
            <pc:sldMk cId="862596908" sldId="276"/>
            <ac:spMk id="3" creationId="{CFD8D96F-C423-F957-1842-436426DC4121}"/>
          </ac:spMkLst>
        </pc:spChg>
        <pc:spChg chg="add mod">
          <ac:chgData name="Tian Dai" userId="f930fd77-a0da-49f8-8460-e431497edf7d" providerId="ADAL" clId="{200C10C0-1C5D-5A56-B21E-6C243F06DD4D}" dt="2026-02-02T15:27:41.887" v="3982"/>
          <ac:spMkLst>
            <pc:docMk/>
            <pc:sldMk cId="862596908" sldId="276"/>
            <ac:spMk id="11" creationId="{470D2DF8-116C-D8C0-EF24-C06F7163B492}"/>
          </ac:spMkLst>
        </pc:spChg>
        <pc:picChg chg="add mod">
          <ac:chgData name="Tian Dai" userId="f930fd77-a0da-49f8-8460-e431497edf7d" providerId="ADAL" clId="{200C10C0-1C5D-5A56-B21E-6C243F06DD4D}" dt="2026-02-02T11:35:36.531" v="2361" actId="1076"/>
          <ac:picMkLst>
            <pc:docMk/>
            <pc:sldMk cId="862596908" sldId="276"/>
            <ac:picMk id="10" creationId="{D6533107-9209-A4C0-43F6-440A2415936F}"/>
          </ac:picMkLst>
        </pc:picChg>
      </pc:sldChg>
      <pc:sldChg chg="addSp delSp modSp add mod">
        <pc:chgData name="Tian Dai" userId="f930fd77-a0da-49f8-8460-e431497edf7d" providerId="ADAL" clId="{200C10C0-1C5D-5A56-B21E-6C243F06DD4D}" dt="2026-02-02T15:27:54.409" v="3986" actId="207"/>
        <pc:sldMkLst>
          <pc:docMk/>
          <pc:sldMk cId="55317947" sldId="277"/>
        </pc:sldMkLst>
        <pc:spChg chg="mod">
          <ac:chgData name="Tian Dai" userId="f930fd77-a0da-49f8-8460-e431497edf7d" providerId="ADAL" clId="{200C10C0-1C5D-5A56-B21E-6C243F06DD4D}" dt="2026-02-02T15:27:54.409" v="3986" actId="207"/>
          <ac:spMkLst>
            <pc:docMk/>
            <pc:sldMk cId="55317947" sldId="277"/>
            <ac:spMk id="3" creationId="{3F0ECB21-C21D-F0C0-088E-5B8C686A83F0}"/>
          </ac:spMkLst>
        </pc:spChg>
        <pc:spChg chg="add mod">
          <ac:chgData name="Tian Dai" userId="f930fd77-a0da-49f8-8460-e431497edf7d" providerId="ADAL" clId="{200C10C0-1C5D-5A56-B21E-6C243F06DD4D}" dt="2026-02-02T15:27:44.848" v="3984"/>
          <ac:spMkLst>
            <pc:docMk/>
            <pc:sldMk cId="55317947" sldId="277"/>
            <ac:spMk id="6" creationId="{B5101249-E425-B5E9-CDCE-8728909F4C95}"/>
          </ac:spMkLst>
        </pc:spChg>
        <pc:picChg chg="add mod">
          <ac:chgData name="Tian Dai" userId="f930fd77-a0da-49f8-8460-e431497edf7d" providerId="ADAL" clId="{200C10C0-1C5D-5A56-B21E-6C243F06DD4D}" dt="2026-02-02T11:37:46.182" v="2403" actId="1076"/>
          <ac:picMkLst>
            <pc:docMk/>
            <pc:sldMk cId="55317947" sldId="277"/>
            <ac:picMk id="5" creationId="{F58D924F-19E2-D7C1-8824-B07FBB810182}"/>
          </ac:picMkLst>
        </pc:picChg>
      </pc:sldChg>
      <pc:sldChg chg="addSp delSp modSp add mod">
        <pc:chgData name="Tian Dai" userId="f930fd77-a0da-49f8-8460-e431497edf7d" providerId="ADAL" clId="{200C10C0-1C5D-5A56-B21E-6C243F06DD4D}" dt="2026-02-02T15:28:04.763" v="3989"/>
        <pc:sldMkLst>
          <pc:docMk/>
          <pc:sldMk cId="3203621268" sldId="278"/>
        </pc:sldMkLst>
        <pc:spChg chg="mod">
          <ac:chgData name="Tian Dai" userId="f930fd77-a0da-49f8-8460-e431497edf7d" providerId="ADAL" clId="{200C10C0-1C5D-5A56-B21E-6C243F06DD4D}" dt="2026-02-02T15:27:59.726" v="3987" actId="207"/>
          <ac:spMkLst>
            <pc:docMk/>
            <pc:sldMk cId="3203621268" sldId="278"/>
            <ac:spMk id="3" creationId="{5121C8D0-8A9C-BA09-9EEA-39FF325D1EC0}"/>
          </ac:spMkLst>
        </pc:spChg>
        <pc:spChg chg="add mod">
          <ac:chgData name="Tian Dai" userId="f930fd77-a0da-49f8-8460-e431497edf7d" providerId="ADAL" clId="{200C10C0-1C5D-5A56-B21E-6C243F06DD4D}" dt="2026-02-02T15:28:04.763" v="3989"/>
          <ac:spMkLst>
            <pc:docMk/>
            <pc:sldMk cId="3203621268" sldId="278"/>
            <ac:spMk id="7" creationId="{6A71571A-2E60-8F0E-6A74-D3B59C2E6E40}"/>
          </ac:spMkLst>
        </pc:spChg>
        <pc:picChg chg="add mod">
          <ac:chgData name="Tian Dai" userId="f930fd77-a0da-49f8-8460-e431497edf7d" providerId="ADAL" clId="{200C10C0-1C5D-5A56-B21E-6C243F06DD4D}" dt="2026-02-02T11:38:45.531" v="2434" actId="1076"/>
          <ac:picMkLst>
            <pc:docMk/>
            <pc:sldMk cId="3203621268" sldId="278"/>
            <ac:picMk id="6" creationId="{7B27706E-9A54-90AD-ADC5-CB47570B53F8}"/>
          </ac:picMkLst>
        </pc:picChg>
      </pc:sldChg>
      <pc:sldChg chg="addSp delSp modSp add mod">
        <pc:chgData name="Tian Dai" userId="f930fd77-a0da-49f8-8460-e431497edf7d" providerId="ADAL" clId="{200C10C0-1C5D-5A56-B21E-6C243F06DD4D}" dt="2026-02-02T15:28:17.392" v="3993" actId="114"/>
        <pc:sldMkLst>
          <pc:docMk/>
          <pc:sldMk cId="1747692823" sldId="279"/>
        </pc:sldMkLst>
        <pc:spChg chg="add mod">
          <ac:chgData name="Tian Dai" userId="f930fd77-a0da-49f8-8460-e431497edf7d" providerId="ADAL" clId="{200C10C0-1C5D-5A56-B21E-6C243F06DD4D}" dt="2026-02-02T15:28:17.392" v="3993" actId="114"/>
          <ac:spMkLst>
            <pc:docMk/>
            <pc:sldMk cId="1747692823" sldId="279"/>
            <ac:spMk id="2" creationId="{BA558C0D-9CC9-70FD-FF80-3A631936F799}"/>
          </ac:spMkLst>
        </pc:spChg>
        <pc:spChg chg="mod">
          <ac:chgData name="Tian Dai" userId="f930fd77-a0da-49f8-8460-e431497edf7d" providerId="ADAL" clId="{200C10C0-1C5D-5A56-B21E-6C243F06DD4D}" dt="2026-02-02T11:39:20.628" v="2467" actId="20577"/>
          <ac:spMkLst>
            <pc:docMk/>
            <pc:sldMk cId="1747692823" sldId="279"/>
            <ac:spMk id="4" creationId="{1560519C-9A73-E448-BDE9-E92343F7852B}"/>
          </ac:spMkLst>
        </pc:spChg>
        <pc:spChg chg="add mod">
          <ac:chgData name="Tian Dai" userId="f930fd77-a0da-49f8-8460-e431497edf7d" providerId="ADAL" clId="{200C10C0-1C5D-5A56-B21E-6C243F06DD4D}" dt="2026-02-02T15:28:09.479" v="3990" actId="207"/>
          <ac:spMkLst>
            <pc:docMk/>
            <pc:sldMk cId="1747692823" sldId="279"/>
            <ac:spMk id="9" creationId="{98B86FFF-F6BC-1FE9-9E14-C0729688F48D}"/>
          </ac:spMkLst>
        </pc:spChg>
        <pc:spChg chg="add mod">
          <ac:chgData name="Tian Dai" userId="f930fd77-a0da-49f8-8460-e431497edf7d" providerId="ADAL" clId="{200C10C0-1C5D-5A56-B21E-6C243F06DD4D}" dt="2026-02-02T15:28:09.479" v="3990" actId="207"/>
          <ac:spMkLst>
            <pc:docMk/>
            <pc:sldMk cId="1747692823" sldId="279"/>
            <ac:spMk id="10" creationId="{73EB5916-3C4F-6E8D-0AE1-F7F1032DB787}"/>
          </ac:spMkLst>
        </pc:spChg>
        <pc:picChg chg="add mod">
          <ac:chgData name="Tian Dai" userId="f930fd77-a0da-49f8-8460-e431497edf7d" providerId="ADAL" clId="{200C10C0-1C5D-5A56-B21E-6C243F06DD4D}" dt="2026-02-02T11:48:29.366" v="3381" actId="1076"/>
          <ac:picMkLst>
            <pc:docMk/>
            <pc:sldMk cId="1747692823" sldId="279"/>
            <ac:picMk id="5" creationId="{AC1323E8-32DE-6C81-FE81-893ADCE76DF5}"/>
          </ac:picMkLst>
        </pc:picChg>
        <pc:picChg chg="add mod">
          <ac:chgData name="Tian Dai" userId="f930fd77-a0da-49f8-8460-e431497edf7d" providerId="ADAL" clId="{200C10C0-1C5D-5A56-B21E-6C243F06DD4D}" dt="2026-02-02T11:50:16.999" v="3516" actId="1076"/>
          <ac:picMkLst>
            <pc:docMk/>
            <pc:sldMk cId="1747692823" sldId="279"/>
            <ac:picMk id="8" creationId="{D9408CA5-839F-7CDF-A644-B60FCDD4CC94}"/>
          </ac:picMkLst>
        </pc:picChg>
      </pc:sldChg>
      <pc:sldChg chg="addSp delSp modSp add mod">
        <pc:chgData name="Tian Dai" userId="f930fd77-a0da-49f8-8460-e431497edf7d" providerId="ADAL" clId="{200C10C0-1C5D-5A56-B21E-6C243F06DD4D}" dt="2026-02-02T15:26:55.478" v="3970" actId="207"/>
        <pc:sldMkLst>
          <pc:docMk/>
          <pc:sldMk cId="4226037464" sldId="280"/>
        </pc:sldMkLst>
        <pc:spChg chg="mod">
          <ac:chgData name="Tian Dai" userId="f930fd77-a0da-49f8-8460-e431497edf7d" providerId="ADAL" clId="{200C10C0-1C5D-5A56-B21E-6C243F06DD4D}" dt="2026-02-02T11:42:24.945" v="2856" actId="2711"/>
          <ac:spMkLst>
            <pc:docMk/>
            <pc:sldMk cId="4226037464" sldId="280"/>
            <ac:spMk id="2" creationId="{9B1E8A09-C0AE-7167-4BE4-540FD638AB6B}"/>
          </ac:spMkLst>
        </pc:spChg>
        <pc:spChg chg="add mod">
          <ac:chgData name="Tian Dai" userId="f930fd77-a0da-49f8-8460-e431497edf7d" providerId="ADAL" clId="{200C10C0-1C5D-5A56-B21E-6C243F06DD4D}" dt="2026-02-02T11:42:29.885" v="2857" actId="2711"/>
          <ac:spMkLst>
            <pc:docMk/>
            <pc:sldMk cId="4226037464" sldId="280"/>
            <ac:spMk id="3" creationId="{D1ADC0DF-B366-60B2-2846-4B7980955DB5}"/>
          </ac:spMkLst>
        </pc:spChg>
        <pc:spChg chg="mod">
          <ac:chgData name="Tian Dai" userId="f930fd77-a0da-49f8-8460-e431497edf7d" providerId="ADAL" clId="{200C10C0-1C5D-5A56-B21E-6C243F06DD4D}" dt="2026-02-02T15:26:55.478" v="3970" actId="207"/>
          <ac:spMkLst>
            <pc:docMk/>
            <pc:sldMk cId="4226037464" sldId="280"/>
            <ac:spMk id="5" creationId="{F0DE9D29-FEAE-4DE7-73DC-DC2D94F17DB6}"/>
          </ac:spMkLst>
        </pc:spChg>
        <pc:spChg chg="add mod">
          <ac:chgData name="Tian Dai" userId="f930fd77-a0da-49f8-8460-e431497edf7d" providerId="ADAL" clId="{200C10C0-1C5D-5A56-B21E-6C243F06DD4D}" dt="2026-02-02T15:26:55.478" v="3970" actId="207"/>
          <ac:spMkLst>
            <pc:docMk/>
            <pc:sldMk cId="4226037464" sldId="280"/>
            <ac:spMk id="6" creationId="{7742ACD3-24A9-BD02-C634-554703129B05}"/>
          </ac:spMkLst>
        </pc:spChg>
      </pc:sldChg>
      <pc:sldChg chg="delSp modSp add mod">
        <pc:chgData name="Tian Dai" userId="f930fd77-a0da-49f8-8460-e431497edf7d" providerId="ADAL" clId="{200C10C0-1C5D-5A56-B21E-6C243F06DD4D}" dt="2026-02-02T15:27:00.761" v="3971" actId="207"/>
        <pc:sldMkLst>
          <pc:docMk/>
          <pc:sldMk cId="652079637" sldId="281"/>
        </pc:sldMkLst>
        <pc:spChg chg="mod">
          <ac:chgData name="Tian Dai" userId="f930fd77-a0da-49f8-8460-e431497edf7d" providerId="ADAL" clId="{200C10C0-1C5D-5A56-B21E-6C243F06DD4D}" dt="2026-02-02T11:42:59.148" v="2903" actId="20577"/>
          <ac:spMkLst>
            <pc:docMk/>
            <pc:sldMk cId="652079637" sldId="281"/>
            <ac:spMk id="2" creationId="{CA0251BF-D2B7-04B9-C3EE-FE7E7F5FDF90}"/>
          </ac:spMkLst>
        </pc:spChg>
        <pc:spChg chg="mod">
          <ac:chgData name="Tian Dai" userId="f930fd77-a0da-49f8-8460-e431497edf7d" providerId="ADAL" clId="{200C10C0-1C5D-5A56-B21E-6C243F06DD4D}" dt="2026-02-02T15:27:00.761" v="3971" actId="207"/>
          <ac:spMkLst>
            <pc:docMk/>
            <pc:sldMk cId="652079637" sldId="281"/>
            <ac:spMk id="5" creationId="{872F83FD-9AE4-46AF-C0CC-F6784478E291}"/>
          </ac:spMkLst>
        </pc:spChg>
      </pc:sldChg>
      <pc:sldChg chg="modSp add mod ord">
        <pc:chgData name="Tian Dai" userId="f930fd77-a0da-49f8-8460-e431497edf7d" providerId="ADAL" clId="{200C10C0-1C5D-5A56-B21E-6C243F06DD4D}" dt="2026-02-02T15:27:12.292" v="3973" actId="20578"/>
        <pc:sldMkLst>
          <pc:docMk/>
          <pc:sldMk cId="2464524435" sldId="282"/>
        </pc:sldMkLst>
        <pc:spChg chg="mod">
          <ac:chgData name="Tian Dai" userId="f930fd77-a0da-49f8-8460-e431497edf7d" providerId="ADAL" clId="{200C10C0-1C5D-5A56-B21E-6C243F06DD4D}" dt="2026-02-02T11:45:01.897" v="3051" actId="20577"/>
          <ac:spMkLst>
            <pc:docMk/>
            <pc:sldMk cId="2464524435" sldId="282"/>
            <ac:spMk id="2" creationId="{07BAEEE7-1A05-6934-0468-E4D6229032E1}"/>
          </ac:spMkLst>
        </pc:spChg>
        <pc:spChg chg="mod">
          <ac:chgData name="Tian Dai" userId="f930fd77-a0da-49f8-8460-e431497edf7d" providerId="ADAL" clId="{200C10C0-1C5D-5A56-B21E-6C243F06DD4D}" dt="2026-02-02T15:27:06.262" v="3972" actId="207"/>
          <ac:spMkLst>
            <pc:docMk/>
            <pc:sldMk cId="2464524435" sldId="282"/>
            <ac:spMk id="5" creationId="{06E45F58-C597-2DD4-9B5D-9C47337FFD7D}"/>
          </ac:spMkLst>
        </pc:spChg>
      </pc:sldChg>
      <pc:sldChg chg="delSp modSp add mod">
        <pc:chgData name="Tian Dai" userId="f930fd77-a0da-49f8-8460-e431497edf7d" providerId="ADAL" clId="{200C10C0-1C5D-5A56-B21E-6C243F06DD4D}" dt="2026-02-02T11:52:52.599" v="3586" actId="1076"/>
        <pc:sldMkLst>
          <pc:docMk/>
          <pc:sldMk cId="3075919406" sldId="283"/>
        </pc:sldMkLst>
        <pc:spChg chg="mod">
          <ac:chgData name="Tian Dai" userId="f930fd77-a0da-49f8-8460-e431497edf7d" providerId="ADAL" clId="{200C10C0-1C5D-5A56-B21E-6C243F06DD4D}" dt="2026-02-02T11:52:52.599" v="3586" actId="1076"/>
          <ac:spMkLst>
            <pc:docMk/>
            <pc:sldMk cId="3075919406" sldId="283"/>
            <ac:spMk id="4" creationId="{162ACCEF-6DD2-C35B-1DB0-6C9A96E3E083}"/>
          </ac:spMkLst>
        </pc:spChg>
      </pc:sldChg>
      <pc:sldChg chg="modSp add mod">
        <pc:chgData name="Tian Dai" userId="f930fd77-a0da-49f8-8460-e431497edf7d" providerId="ADAL" clId="{200C10C0-1C5D-5A56-B21E-6C243F06DD4D}" dt="2026-02-02T15:52:02.201" v="4027" actId="20577"/>
        <pc:sldMkLst>
          <pc:docMk/>
          <pc:sldMk cId="4185635963" sldId="284"/>
        </pc:sldMkLst>
        <pc:spChg chg="mod">
          <ac:chgData name="Tian Dai" userId="f930fd77-a0da-49f8-8460-e431497edf7d" providerId="ADAL" clId="{200C10C0-1C5D-5A56-B21E-6C243F06DD4D}" dt="2026-02-02T15:52:02.201" v="4027" actId="20577"/>
          <ac:spMkLst>
            <pc:docMk/>
            <pc:sldMk cId="4185635963" sldId="284"/>
            <ac:spMk id="6" creationId="{C041BB36-BC79-93F7-7526-A209DF3852EA}"/>
          </ac:spMkLst>
        </pc:spChg>
      </pc:sldChg>
      <pc:sldChg chg="addSp delSp modSp add mod">
        <pc:chgData name="Tian Dai" userId="f930fd77-a0da-49f8-8460-e431497edf7d" providerId="ADAL" clId="{200C10C0-1C5D-5A56-B21E-6C243F06DD4D}" dt="2026-02-04T08:52:03.418" v="4708" actId="20577"/>
        <pc:sldMkLst>
          <pc:docMk/>
          <pc:sldMk cId="1389345269" sldId="285"/>
        </pc:sldMkLst>
        <pc:spChg chg="del">
          <ac:chgData name="Tian Dai" userId="f930fd77-a0da-49f8-8460-e431497edf7d" providerId="ADAL" clId="{200C10C0-1C5D-5A56-B21E-6C243F06DD4D}" dt="2026-02-04T08:50:49.469" v="4583" actId="478"/>
          <ac:spMkLst>
            <pc:docMk/>
            <pc:sldMk cId="1389345269" sldId="285"/>
            <ac:spMk id="2" creationId="{895371C2-378A-8D06-415A-AC3EDE87B5BE}"/>
          </ac:spMkLst>
        </pc:spChg>
        <pc:spChg chg="mod">
          <ac:chgData name="Tian Dai" userId="f930fd77-a0da-49f8-8460-e431497edf7d" providerId="ADAL" clId="{200C10C0-1C5D-5A56-B21E-6C243F06DD4D}" dt="2026-02-04T08:49:35.035" v="4460" actId="1076"/>
          <ac:spMkLst>
            <pc:docMk/>
            <pc:sldMk cId="1389345269" sldId="285"/>
            <ac:spMk id="3" creationId="{6F202ECB-6C99-B35A-8778-641B9F45587F}"/>
          </ac:spMkLst>
        </pc:spChg>
        <pc:spChg chg="mod">
          <ac:chgData name="Tian Dai" userId="f930fd77-a0da-49f8-8460-e431497edf7d" providerId="ADAL" clId="{200C10C0-1C5D-5A56-B21E-6C243F06DD4D}" dt="2026-02-04T08:49:23.139" v="4446" actId="20577"/>
          <ac:spMkLst>
            <pc:docMk/>
            <pc:sldMk cId="1389345269" sldId="285"/>
            <ac:spMk id="5" creationId="{7496F1AC-A883-A89B-C182-FEC984F9498A}"/>
          </ac:spMkLst>
        </pc:spChg>
        <pc:spChg chg="del">
          <ac:chgData name="Tian Dai" userId="f930fd77-a0da-49f8-8460-e431497edf7d" providerId="ADAL" clId="{200C10C0-1C5D-5A56-B21E-6C243F06DD4D}" dt="2026-02-04T08:48:34.194" v="4308" actId="478"/>
          <ac:spMkLst>
            <pc:docMk/>
            <pc:sldMk cId="1389345269" sldId="285"/>
            <ac:spMk id="6" creationId="{676A7EB7-68CA-54C8-1B1D-6F109B10DBA4}"/>
          </ac:spMkLst>
        </pc:spChg>
        <pc:spChg chg="del">
          <ac:chgData name="Tian Dai" userId="f930fd77-a0da-49f8-8460-e431497edf7d" providerId="ADAL" clId="{200C10C0-1C5D-5A56-B21E-6C243F06DD4D}" dt="2026-02-04T08:48:33.020" v="4307" actId="478"/>
          <ac:spMkLst>
            <pc:docMk/>
            <pc:sldMk cId="1389345269" sldId="285"/>
            <ac:spMk id="7" creationId="{80D614DB-DF3B-5E28-1379-CCB591AF8835}"/>
          </ac:spMkLst>
        </pc:spChg>
        <pc:spChg chg="add mod">
          <ac:chgData name="Tian Dai" userId="f930fd77-a0da-49f8-8460-e431497edf7d" providerId="ADAL" clId="{200C10C0-1C5D-5A56-B21E-6C243F06DD4D}" dt="2026-02-04T08:50:44.370" v="4581" actId="12"/>
          <ac:spMkLst>
            <pc:docMk/>
            <pc:sldMk cId="1389345269" sldId="285"/>
            <ac:spMk id="8" creationId="{4E44C354-A31C-D2E7-4943-1CDB0ED3A211}"/>
          </ac:spMkLst>
        </pc:spChg>
        <pc:spChg chg="del">
          <ac:chgData name="Tian Dai" userId="f930fd77-a0da-49f8-8460-e431497edf7d" providerId="ADAL" clId="{200C10C0-1C5D-5A56-B21E-6C243F06DD4D}" dt="2026-02-04T08:48:35.393" v="4309" actId="478"/>
          <ac:spMkLst>
            <pc:docMk/>
            <pc:sldMk cId="1389345269" sldId="285"/>
            <ac:spMk id="9" creationId="{8178B89F-03A5-D802-DF32-18C97D8A9C33}"/>
          </ac:spMkLst>
        </pc:spChg>
        <pc:spChg chg="add mod">
          <ac:chgData name="Tian Dai" userId="f930fd77-a0da-49f8-8460-e431497edf7d" providerId="ADAL" clId="{200C10C0-1C5D-5A56-B21E-6C243F06DD4D}" dt="2026-02-04T08:51:47.185" v="4658" actId="1076"/>
          <ac:spMkLst>
            <pc:docMk/>
            <pc:sldMk cId="1389345269" sldId="285"/>
            <ac:spMk id="11" creationId="{1BE598EB-A789-CB87-F58F-4BC0F81C4DD5}"/>
          </ac:spMkLst>
        </pc:spChg>
        <pc:spChg chg="add mod">
          <ac:chgData name="Tian Dai" userId="f930fd77-a0da-49f8-8460-e431497edf7d" providerId="ADAL" clId="{200C10C0-1C5D-5A56-B21E-6C243F06DD4D}" dt="2026-02-04T08:51:43.836" v="4657" actId="207"/>
          <ac:spMkLst>
            <pc:docMk/>
            <pc:sldMk cId="1389345269" sldId="285"/>
            <ac:spMk id="12" creationId="{B3F8AD34-8EA7-BA8E-AE4E-6752788A5BA4}"/>
          </ac:spMkLst>
        </pc:spChg>
        <pc:spChg chg="add mod">
          <ac:chgData name="Tian Dai" userId="f930fd77-a0da-49f8-8460-e431497edf7d" providerId="ADAL" clId="{200C10C0-1C5D-5A56-B21E-6C243F06DD4D}" dt="2026-02-04T08:52:03.418" v="4708" actId="20577"/>
          <ac:spMkLst>
            <pc:docMk/>
            <pc:sldMk cId="1389345269" sldId="285"/>
            <ac:spMk id="14" creationId="{AF9B4A95-84FB-3B2E-143D-D4DAA725D3A5}"/>
          </ac:spMkLst>
        </pc:spChg>
        <pc:picChg chg="del">
          <ac:chgData name="Tian Dai" userId="f930fd77-a0da-49f8-8460-e431497edf7d" providerId="ADAL" clId="{200C10C0-1C5D-5A56-B21E-6C243F06DD4D}" dt="2026-02-04T08:48:30.574" v="4304" actId="478"/>
          <ac:picMkLst>
            <pc:docMk/>
            <pc:sldMk cId="1389345269" sldId="285"/>
            <ac:picMk id="10" creationId="{F1071F59-E759-FCEC-6D3A-728F442F5056}"/>
          </ac:picMkLst>
        </pc:picChg>
        <pc:picChg chg="del">
          <ac:chgData name="Tian Dai" userId="f930fd77-a0da-49f8-8460-e431497edf7d" providerId="ADAL" clId="{200C10C0-1C5D-5A56-B21E-6C243F06DD4D}" dt="2026-02-04T08:48:32.163" v="4306" actId="478"/>
          <ac:picMkLst>
            <pc:docMk/>
            <pc:sldMk cId="1389345269" sldId="285"/>
            <ac:picMk id="15" creationId="{28F7F18F-3AAD-51B4-ABC3-842EB369A422}"/>
          </ac:picMkLst>
        </pc:picChg>
        <pc:cxnChg chg="del">
          <ac:chgData name="Tian Dai" userId="f930fd77-a0da-49f8-8460-e431497edf7d" providerId="ADAL" clId="{200C10C0-1C5D-5A56-B21E-6C243F06DD4D}" dt="2026-02-04T08:48:31.489" v="4305" actId="478"/>
          <ac:cxnSpMkLst>
            <pc:docMk/>
            <pc:sldMk cId="1389345269" sldId="285"/>
            <ac:cxnSpMk id="13" creationId="{DE2D01D1-49DB-05C8-CEF8-AD39CFAB5E1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D9BD1-8205-F407-E686-7C964E92F8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4EF53-9D37-0415-C1EF-AF2A68A0DF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910BD-11A9-D463-8A83-BC062458B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90186-1D7B-D142-A109-6874F7713C03}" type="datetimeFigureOut">
              <a:rPr lang="en-CN" smtClean="0"/>
              <a:t>2026/2/3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909F0-A76E-2DF9-8E40-5B9B87E46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55EE8-87AA-1DA0-D509-0D38F043F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F2C4-5570-4C40-9552-6493E9EEEA5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57678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1A3A1-B9CD-CDFD-A29C-500EE89DA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DB541-A285-E63C-78E8-F678468C7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2D9E0-FFC5-7F86-911D-D9DC5099E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90186-1D7B-D142-A109-6874F7713C03}" type="datetimeFigureOut">
              <a:rPr lang="en-CN" smtClean="0"/>
              <a:t>2026/2/3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ACCD0-1CBC-DD83-588A-2B2273645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17AF4-3BF1-53A5-224F-8E8C7E253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F2C4-5570-4C40-9552-6493E9EEEA5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09427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207C9-F69D-3A9C-129C-ABB93E50E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CA2AF7-317E-6967-98E0-6D40F3A02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7A7AE-A754-1EFF-7FB2-E5C16351D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90186-1D7B-D142-A109-6874F7713C03}" type="datetimeFigureOut">
              <a:rPr lang="en-CN" smtClean="0"/>
              <a:t>2026/2/3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B54A3-14F8-CC26-D1AC-293832DEC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12708-09B7-388E-8EB8-B3C3691E6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F2C4-5570-4C40-9552-6493E9EEEA5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46096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54DDB-EE12-2183-5FD4-B74382BAF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0CBE2-5B32-4E4A-A3E2-E0E9B14CB6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EB06D6-BAD7-626E-4F06-B190BEBED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C7D151-2A5C-6702-6549-F617C719C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90186-1D7B-D142-A109-6874F7713C03}" type="datetimeFigureOut">
              <a:rPr lang="en-CN" smtClean="0"/>
              <a:t>2026/2/3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346A72-DB6C-F1AD-7CF5-3D28AB2CD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285C2-604B-A5E9-670E-C42BF1E8A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F2C4-5570-4C40-9552-6493E9EEEA5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5067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8278F-CB70-188F-6C2F-2BC63BBF6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73F731-339C-C2AA-3A3B-2D6801294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D2E165-9D06-E70C-F8E2-D564CE25B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5E801D-1FC7-C769-530F-CA4184FA4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83DC80-368D-D20A-5CA5-DFE93E3D90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334441-03D0-C66A-DAF7-956E2D6E8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90186-1D7B-D142-A109-6874F7713C03}" type="datetimeFigureOut">
              <a:rPr lang="en-CN" smtClean="0"/>
              <a:t>2026/2/3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7B6962-6B50-F33E-A968-41928C8A5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5A273A-69B5-5C1F-F7BF-AE11B3BE9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F2C4-5570-4C40-9552-6493E9EEEA5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32314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C428B-745C-C944-B20D-3A6E387B0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7B5F3E-AB19-D653-7BC5-65C4338C1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90186-1D7B-D142-A109-6874F7713C03}" type="datetimeFigureOut">
              <a:rPr lang="en-CN" smtClean="0"/>
              <a:t>2026/2/3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B03BAA-E2AB-7199-D930-9297223C4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922230-76CA-0885-0948-C473EF9E1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F2C4-5570-4C40-9552-6493E9EEEA5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72142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D1260C-A520-1CF7-279D-4125BAFFF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90186-1D7B-D142-A109-6874F7713C03}" type="datetimeFigureOut">
              <a:rPr lang="en-CN" smtClean="0"/>
              <a:t>2026/2/3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2EC046-A687-F1D4-5E20-ABEDF014A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7C18A-BBB0-DAB4-1DA5-FDABF11F2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F2C4-5570-4C40-9552-6493E9EEEA5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56684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07A5B-A387-D6E7-1A1E-E507BD1AC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04D26-4265-57CA-6BCB-BC816F4BF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86D348-FD5F-7B00-3A3B-C40A7D604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28B81B-86DA-86F7-9B59-B0C5A4292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90186-1D7B-D142-A109-6874F7713C03}" type="datetimeFigureOut">
              <a:rPr lang="en-CN" smtClean="0"/>
              <a:t>2026/2/3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DF6CF-26C7-9D4C-432F-17EAA69D0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A81718-0AA0-6BCE-603A-21DA698A9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F2C4-5570-4C40-9552-6493E9EEEA5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707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2FDEC-99B9-8C04-2376-6FCF8352A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4485D4-D174-EB08-34EB-5BC135750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446E40-396D-B230-A164-CC4B7F351D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804BD-3BB0-0A7A-2A9D-B356181BB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90186-1D7B-D142-A109-6874F7713C03}" type="datetimeFigureOut">
              <a:rPr lang="en-CN" smtClean="0"/>
              <a:t>2026/2/3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CDF919-DE71-34AA-F27D-0097F2449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33702-02EA-AA39-9BF5-22C708494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F2C4-5570-4C40-9552-6493E9EEEA5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80399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A985-CD50-EC4F-5D29-215E0C146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A96F70-E761-AB97-6491-02BB6EA94D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A3478-9462-3F41-58D4-2F89D7231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90186-1D7B-D142-A109-6874F7713C03}" type="datetimeFigureOut">
              <a:rPr lang="en-CN" smtClean="0"/>
              <a:t>2026/2/3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F1D84-7909-B81E-11A2-E32A05680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AA63B-5097-074D-05FB-40AE13EAF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F2C4-5570-4C40-9552-6493E9EEEA5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6604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F1B7E9-9A1B-28D5-877B-704981E63E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18A245-F027-430F-1139-9CE5A33B4D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014C0-E262-D7C1-BB99-E697485BF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90186-1D7B-D142-A109-6874F7713C03}" type="datetimeFigureOut">
              <a:rPr lang="en-CN" smtClean="0"/>
              <a:t>2026/2/3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8BED6-BBC1-B3DA-8931-BF9408265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5D7DA-0B34-CF3D-ADF5-6724506A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62F2C4-5570-4C40-9552-6493E9EEEA5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0196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52559C-B6EC-14FE-C8A0-DDFE84266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9E5C8-4271-1017-5589-C7C33DCB2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58980-F280-C24F-8984-ABB5C8769F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D90186-1D7B-D142-A109-6874F7713C03}" type="datetimeFigureOut">
              <a:rPr lang="en-CN" smtClean="0"/>
              <a:t>2026/2/3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235F5-C0C0-8744-A612-E310B61F8A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A5037-1960-1681-486B-8C8058A620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62F2C4-5570-4C40-9552-6493E9EEEA5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05458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7157B0-2FDF-BF6B-21A1-8401C68CF721}"/>
              </a:ext>
            </a:extLst>
          </p:cNvPr>
          <p:cNvSpPr txBox="1"/>
          <p:nvPr/>
        </p:nvSpPr>
        <p:spPr>
          <a:xfrm>
            <a:off x="2650836" y="3105727"/>
            <a:ext cx="7041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Batplot – a lightweight command-line plotting tool customized for you</a:t>
            </a:r>
          </a:p>
        </p:txBody>
      </p:sp>
    </p:spTree>
    <p:extLst>
      <p:ext uri="{BB962C8B-B14F-4D97-AF65-F5344CB8AC3E}">
        <p14:creationId xmlns:p14="http://schemas.microsoft.com/office/powerpoint/2010/main" val="3910543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4571B-524E-0CB7-FA1A-BB8E0C3D0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2F9991D-448D-1580-6CE3-222F6C319EB8}"/>
              </a:ext>
            </a:extLst>
          </p:cNvPr>
          <p:cNvSpPr txBox="1"/>
          <p:nvPr/>
        </p:nvSpPr>
        <p:spPr>
          <a:xfrm>
            <a:off x="905164" y="406400"/>
            <a:ext cx="167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What it can do: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E11E0F-AF90-6EBC-956F-381E8CC14561}"/>
              </a:ext>
            </a:extLst>
          </p:cNvPr>
          <p:cNvSpPr txBox="1"/>
          <p:nvPr/>
        </p:nvSpPr>
        <p:spPr>
          <a:xfrm>
            <a:off x="1052945" y="1810327"/>
            <a:ext cx="1553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Contour plots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7A1A12-E1B7-4B96-D743-602135DC005E}"/>
              </a:ext>
            </a:extLst>
          </p:cNvPr>
          <p:cNvSpPr txBox="1"/>
          <p:nvPr/>
        </p:nvSpPr>
        <p:spPr>
          <a:xfrm>
            <a:off x="1052945" y="2844922"/>
            <a:ext cx="1884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Electrochemistry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E621B1-B395-2A75-9527-E5E1473BEAC9}"/>
              </a:ext>
            </a:extLst>
          </p:cNvPr>
          <p:cNvSpPr txBox="1"/>
          <p:nvPr/>
        </p:nvSpPr>
        <p:spPr>
          <a:xfrm>
            <a:off x="1052944" y="3879517"/>
            <a:ext cx="1015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1D plots</a:t>
            </a:r>
          </a:p>
        </p:txBody>
      </p:sp>
      <p:pic>
        <p:nvPicPr>
          <p:cNvPr id="2" name="Picture 1" descr="A diagram of a graph&#10;&#10;AI-generated content may be incorrect.">
            <a:extLst>
              <a:ext uri="{FF2B5EF4-FFF2-40B4-BE49-F238E27FC236}">
                <a16:creationId xmlns:a16="http://schemas.microsoft.com/office/drawing/2014/main" id="{D8C05B0B-37DE-9214-1B45-5B88E2A38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811" y="0"/>
            <a:ext cx="3511667" cy="1915455"/>
          </a:xfrm>
          <a:prstGeom prst="rect">
            <a:avLst/>
          </a:prstGeom>
        </p:spPr>
      </p:pic>
      <p:pic>
        <p:nvPicPr>
          <p:cNvPr id="3" name="Picture 2" descr="A graph of numbers and numbers&#10;&#10;AI-generated content may be incorrect.">
            <a:extLst>
              <a:ext uri="{FF2B5EF4-FFF2-40B4-BE49-F238E27FC236}">
                <a16:creationId xmlns:a16="http://schemas.microsoft.com/office/drawing/2014/main" id="{7028261F-8A1B-1001-0B5A-7ED95F3DA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2308" y="1994993"/>
            <a:ext cx="3993337" cy="2396003"/>
          </a:xfrm>
          <a:prstGeom prst="rect">
            <a:avLst/>
          </a:prstGeom>
        </p:spPr>
      </p:pic>
      <p:pic>
        <p:nvPicPr>
          <p:cNvPr id="4" name="Picture 3" descr="A graph of numbers and lines&#10;&#10;AI-generated content may be incorrect.">
            <a:extLst>
              <a:ext uri="{FF2B5EF4-FFF2-40B4-BE49-F238E27FC236}">
                <a16:creationId xmlns:a16="http://schemas.microsoft.com/office/drawing/2014/main" id="{186A3FA1-78A3-6698-23F6-9520F0D8B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4330" y="4334435"/>
            <a:ext cx="3511667" cy="2361648"/>
          </a:xfrm>
          <a:prstGeom prst="rect">
            <a:avLst/>
          </a:prstGeom>
        </p:spPr>
      </p:pic>
      <p:pic>
        <p:nvPicPr>
          <p:cNvPr id="5" name="Picture 4" descr="A graph of a voltage&#10;&#10;AI-generated content may be incorrect.">
            <a:extLst>
              <a:ext uri="{FF2B5EF4-FFF2-40B4-BE49-F238E27FC236}">
                <a16:creationId xmlns:a16="http://schemas.microsoft.com/office/drawing/2014/main" id="{BC99E876-FCEE-BC19-0D0D-44FCFC1750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2848" y="4334435"/>
            <a:ext cx="3993339" cy="2396003"/>
          </a:xfrm>
          <a:prstGeom prst="rect">
            <a:avLst/>
          </a:prstGeom>
        </p:spPr>
      </p:pic>
      <p:pic>
        <p:nvPicPr>
          <p:cNvPr id="6" name="Picture 5" descr="A diagram of different colored lines&#10;&#10;AI-generated content may be incorrect.">
            <a:extLst>
              <a:ext uri="{FF2B5EF4-FFF2-40B4-BE49-F238E27FC236}">
                <a16:creationId xmlns:a16="http://schemas.microsoft.com/office/drawing/2014/main" id="{7650E6B3-405F-E788-6C04-13CFA2ABC9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2848" y="2017880"/>
            <a:ext cx="3993338" cy="2396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462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20F72-7BE9-0E16-74FB-5B4123DA1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909A3F-65E9-0CB7-1CCB-20778BDDBB31}"/>
              </a:ext>
            </a:extLst>
          </p:cNvPr>
          <p:cNvSpPr txBox="1"/>
          <p:nvPr/>
        </p:nvSpPr>
        <p:spPr>
          <a:xfrm>
            <a:off x="866523" y="1831446"/>
            <a:ext cx="1302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Installation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A2FF10-6808-9A24-189B-4ADA0787D4BB}"/>
              </a:ext>
            </a:extLst>
          </p:cNvPr>
          <p:cNvSpPr txBox="1"/>
          <p:nvPr/>
        </p:nvSpPr>
        <p:spPr>
          <a:xfrm>
            <a:off x="866523" y="2413337"/>
            <a:ext cx="963603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CN" dirty="0"/>
              <a:t>Install anaconda prompt</a:t>
            </a:r>
          </a:p>
          <a:p>
            <a:pPr marL="342900" indent="-342900">
              <a:buAutoNum type="arabicPeriod"/>
            </a:pPr>
            <a:r>
              <a:rPr lang="en-CN" dirty="0"/>
              <a:t>In your terminal, create a new environment “batplot” by doing following:</a:t>
            </a:r>
          </a:p>
          <a:p>
            <a:r>
              <a:rPr lang="en-CN" dirty="0"/>
              <a:t>	</a:t>
            </a:r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conda create –n batplot python=3.13</a:t>
            </a:r>
          </a:p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conda activate batplot</a:t>
            </a:r>
          </a:p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batplot -h</a:t>
            </a:r>
            <a:r>
              <a:rPr lang="en-CN" dirty="0"/>
              <a:t> </a:t>
            </a:r>
          </a:p>
          <a:p>
            <a:r>
              <a:rPr lang="en-CN" dirty="0"/>
              <a:t>after a few seconds, you should see a long help message displayed in your terminal</a:t>
            </a:r>
          </a:p>
          <a:p>
            <a:r>
              <a:rPr lang="en-CN" dirty="0"/>
              <a:t>3.   Always make sure to use conda to activate the </a:t>
            </a:r>
            <a:r>
              <a:rPr lang="en-CN" b="1" dirty="0"/>
              <a:t>batplot</a:t>
            </a:r>
            <a:r>
              <a:rPr lang="en-CN" dirty="0"/>
              <a:t> environment before using batplot.</a:t>
            </a:r>
          </a:p>
        </p:txBody>
      </p:sp>
    </p:spTree>
    <p:extLst>
      <p:ext uri="{BB962C8B-B14F-4D97-AF65-F5344CB8AC3E}">
        <p14:creationId xmlns:p14="http://schemas.microsoft.com/office/powerpoint/2010/main" val="3152950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AC989-1785-2FC8-FE52-23533FFF2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9DDC5C-FD89-B2D2-EFB9-2A293CE4C988}"/>
              </a:ext>
            </a:extLst>
          </p:cNvPr>
          <p:cNvSpPr txBox="1"/>
          <p:nvPr/>
        </p:nvSpPr>
        <p:spPr>
          <a:xfrm>
            <a:off x="570959" y="399810"/>
            <a:ext cx="6906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How to work with terminal (can be skipped or find a youtube video)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E8DD12-61E1-F8CD-CCD5-DF12A9234B79}"/>
              </a:ext>
            </a:extLst>
          </p:cNvPr>
          <p:cNvSpPr txBox="1"/>
          <p:nvPr/>
        </p:nvSpPr>
        <p:spPr>
          <a:xfrm>
            <a:off x="570959" y="1120201"/>
            <a:ext cx="886090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Commands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cd</a:t>
            </a:r>
            <a:r>
              <a:rPr lang="en-US" dirty="0">
                <a:solidFill>
                  <a:srgbClr val="0432FF"/>
                </a:solidFill>
              </a:rPr>
              <a:t> </a:t>
            </a:r>
            <a:r>
              <a:rPr lang="en-US" dirty="0"/>
              <a:t>and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</a:t>
            </a:r>
            <a:r>
              <a:rPr lang="en-US" dirty="0"/>
              <a:t> are two only commands you need to know.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cd</a:t>
            </a:r>
            <a:r>
              <a:rPr lang="en-US" dirty="0"/>
              <a:t>: change directory</a:t>
            </a:r>
          </a:p>
          <a:p>
            <a:r>
              <a:rPr lang="en-US" dirty="0"/>
              <a:t>		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cd path</a:t>
            </a:r>
            <a:r>
              <a:rPr lang="en-US" dirty="0"/>
              <a:t>: navigate to that path</a:t>
            </a:r>
          </a:p>
          <a:p>
            <a:r>
              <a:rPr lang="en-US" dirty="0"/>
              <a:t>		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cd ../</a:t>
            </a:r>
            <a:r>
              <a:rPr lang="en-US" dirty="0"/>
              <a:t>: go back to parent path</a:t>
            </a:r>
          </a:p>
          <a:p>
            <a:r>
              <a:rPr lang="en-US" dirty="0"/>
              <a:t>		</a:t>
            </a:r>
            <a:r>
              <a:rPr lang="en-US" i="1" dirty="0"/>
              <a:t>(alternatively, you can right-click the file/folder and copy the</a:t>
            </a:r>
          </a:p>
          <a:p>
            <a:r>
              <a:rPr lang="en-US" i="1" dirty="0"/>
              <a:t>		 path or just drag the file/folder into terminal)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</a:t>
            </a:r>
            <a:r>
              <a:rPr lang="en-US" dirty="0"/>
              <a:t>: list all files</a:t>
            </a:r>
          </a:p>
          <a:p>
            <a:r>
              <a:rPr lang="en-US" dirty="0"/>
              <a:t>2.   Now, try to navigate to </a:t>
            </a:r>
            <a:r>
              <a:rPr lang="en-US" i="1" dirty="0"/>
              <a:t>Figures</a:t>
            </a:r>
            <a:r>
              <a:rPr lang="en-US" dirty="0"/>
              <a:t> under </a:t>
            </a:r>
            <a:r>
              <a:rPr lang="en-US" i="1" dirty="0" err="1"/>
              <a:t>batplot_tutorial</a:t>
            </a:r>
            <a:r>
              <a:rPr lang="en-US" i="1" dirty="0"/>
              <a:t> </a:t>
            </a:r>
            <a:r>
              <a:rPr lang="en-US" dirty="0"/>
              <a:t>folder in your terminal.</a:t>
            </a:r>
          </a:p>
          <a:p>
            <a:r>
              <a:rPr lang="en-US" dirty="0"/>
              <a:t>3.   Use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</a:t>
            </a:r>
            <a:r>
              <a:rPr lang="en-US" dirty="0"/>
              <a:t> to list all files, and you should see nothing because the folder is empty.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DD76E4-609C-5A4E-6D7D-7AD9C69EC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754" y="3980383"/>
            <a:ext cx="8973352" cy="1502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904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294AB-4F8F-7AA0-EEAA-43715C772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61FE8F-123D-943E-7503-7BD3B47C23EE}"/>
              </a:ext>
            </a:extLst>
          </p:cNvPr>
          <p:cNvSpPr txBox="1"/>
          <p:nvPr/>
        </p:nvSpPr>
        <p:spPr>
          <a:xfrm>
            <a:off x="461818" y="415636"/>
            <a:ext cx="2531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General code structure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05CB0A-15A6-20D9-27DA-ACE869EBAD04}"/>
              </a:ext>
            </a:extLst>
          </p:cNvPr>
          <p:cNvSpPr txBox="1"/>
          <p:nvPr/>
        </p:nvSpPr>
        <p:spPr>
          <a:xfrm>
            <a:off x="461818" y="1719566"/>
            <a:ext cx="3929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The command structure of batplot is: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85B47D-3616-F830-22AF-4934FCB99EE4}"/>
              </a:ext>
            </a:extLst>
          </p:cNvPr>
          <p:cNvSpPr txBox="1"/>
          <p:nvPr/>
        </p:nvSpPr>
        <p:spPr>
          <a:xfrm>
            <a:off x="2959484" y="2481566"/>
            <a:ext cx="6263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batplot </a:t>
            </a:r>
            <a:r>
              <a:rPr lang="en-CN" i="1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path/files</a:t>
            </a:r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--flag1 --flag2 --flag3 ...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8DDA3B-DE4A-17E0-76D4-7D4D6F8B66E4}"/>
              </a:ext>
            </a:extLst>
          </p:cNvPr>
          <p:cNvSpPr txBox="1"/>
          <p:nvPr/>
        </p:nvSpPr>
        <p:spPr>
          <a:xfrm>
            <a:off x="461818" y="3141966"/>
            <a:ext cx="9777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you can swap or mix the sequence of flags and path/files, but a clean structure is always better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ADB160-6915-718E-4CE5-C48A03D7304B}"/>
              </a:ext>
            </a:extLst>
          </p:cNvPr>
          <p:cNvSpPr txBox="1"/>
          <p:nvPr/>
        </p:nvSpPr>
        <p:spPr>
          <a:xfrm>
            <a:off x="1662120" y="3708400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path</a:t>
            </a:r>
            <a:r>
              <a:rPr lang="en-CN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endParaRPr lang="en-C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B6B31-00B3-EE22-6DAF-2FE2A31B5337}"/>
              </a:ext>
            </a:extLst>
          </p:cNvPr>
          <p:cNvSpPr txBox="1"/>
          <p:nvPr/>
        </p:nvSpPr>
        <p:spPr>
          <a:xfrm>
            <a:off x="2390253" y="3725334"/>
            <a:ext cx="784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/>
              <a:t>Contains all the data files, indicating where batplot should be effective on</a:t>
            </a:r>
          </a:p>
          <a:p>
            <a:r>
              <a:rPr lang="en-CN" dirty="0"/>
              <a:t>Used for batch processing, multi-curve plot and contour plot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B82E6E-0E24-38DC-EFFB-EF16EF5641DA}"/>
              </a:ext>
            </a:extLst>
          </p:cNvPr>
          <p:cNvSpPr txBox="1"/>
          <p:nvPr/>
        </p:nvSpPr>
        <p:spPr>
          <a:xfrm>
            <a:off x="1662120" y="4673600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flag</a:t>
            </a:r>
            <a:r>
              <a:rPr lang="en-CN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endParaRPr lang="en-C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08A112-EEE8-9639-74AE-B45C8C52BCBF}"/>
              </a:ext>
            </a:extLst>
          </p:cNvPr>
          <p:cNvSpPr txBox="1"/>
          <p:nvPr/>
        </p:nvSpPr>
        <p:spPr>
          <a:xfrm>
            <a:off x="2390253" y="4690069"/>
            <a:ext cx="8726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/>
              <a:t>Commands for the data files, indicating what to do to the dataset</a:t>
            </a:r>
          </a:p>
        </p:txBody>
      </p:sp>
    </p:spTree>
    <p:extLst>
      <p:ext uri="{BB962C8B-B14F-4D97-AF65-F5344CB8AC3E}">
        <p14:creationId xmlns:p14="http://schemas.microsoft.com/office/powerpoint/2010/main" val="711914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1739E-F4C6-48DB-DB93-C62A0AC95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DBE3B2-441E-B55F-BDFA-47E7E4A56A0C}"/>
              </a:ext>
            </a:extLst>
          </p:cNvPr>
          <p:cNvSpPr txBox="1"/>
          <p:nvPr/>
        </p:nvSpPr>
        <p:spPr>
          <a:xfrm>
            <a:off x="461818" y="415636"/>
            <a:ext cx="1613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1D plots - XRD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EFF6A2-315B-9A20-641A-F2AB465E10AE}"/>
              </a:ext>
            </a:extLst>
          </p:cNvPr>
          <p:cNvSpPr txBox="1"/>
          <p:nvPr/>
        </p:nvSpPr>
        <p:spPr>
          <a:xfrm>
            <a:off x="461818" y="1159934"/>
            <a:ext cx="6955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Now we will use a XRD data file to demonstrate how batplot works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FDDBD8-1681-110D-00F9-9958D8636E8F}"/>
              </a:ext>
            </a:extLst>
          </p:cNvPr>
          <p:cNvSpPr txBox="1"/>
          <p:nvPr/>
        </p:nvSpPr>
        <p:spPr>
          <a:xfrm>
            <a:off x="3612895" y="2642698"/>
            <a:ext cx="3350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batplot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path/XRD/R02.dat </a:t>
            </a:r>
            <a:endParaRPr lang="en-CN" dirty="0">
              <a:solidFill>
                <a:srgbClr val="0432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8222A7-72F4-D259-A13C-AC03785F2731}"/>
              </a:ext>
            </a:extLst>
          </p:cNvPr>
          <p:cNvSpPr txBox="1"/>
          <p:nvPr/>
        </p:nvSpPr>
        <p:spPr>
          <a:xfrm>
            <a:off x="461818" y="1529266"/>
            <a:ext cx="90717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Data file </a:t>
            </a:r>
            <a:r>
              <a:rPr lang="en-US" dirty="0"/>
              <a:t>R02.dat was collected from BM31, ESRF, it contains three columns, x y and e.</a:t>
            </a:r>
          </a:p>
          <a:p>
            <a:r>
              <a:rPr lang="en-US" dirty="0"/>
              <a:t>By default, </a:t>
            </a:r>
            <a:r>
              <a:rPr lang="en-US" dirty="0" err="1"/>
              <a:t>batplot</a:t>
            </a:r>
            <a:r>
              <a:rPr lang="en-US" dirty="0"/>
              <a:t> will use </a:t>
            </a:r>
            <a:r>
              <a:rPr lang="en-US" b="1" dirty="0"/>
              <a:t>the first and second column to plot as x and y</a:t>
            </a:r>
            <a:r>
              <a:rPr lang="en-US" dirty="0"/>
              <a:t>.</a:t>
            </a:r>
          </a:p>
          <a:p>
            <a:r>
              <a:rPr lang="en-US" dirty="0"/>
              <a:t>  </a:t>
            </a:r>
            <a:endParaRPr lang="en-C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EC7436-3AAF-EF4D-4BD1-C5F104DE47E5}"/>
              </a:ext>
            </a:extLst>
          </p:cNvPr>
          <p:cNvSpPr txBox="1"/>
          <p:nvPr/>
        </p:nvSpPr>
        <p:spPr>
          <a:xfrm>
            <a:off x="467571" y="22679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Now, let's do:</a:t>
            </a:r>
            <a:endParaRPr lang="en-C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08E5F0-D2E4-BA02-717E-48727653C0C5}"/>
              </a:ext>
            </a:extLst>
          </p:cNvPr>
          <p:cNvSpPr txBox="1"/>
          <p:nvPr/>
        </p:nvSpPr>
        <p:spPr>
          <a:xfrm>
            <a:off x="461817" y="5051735"/>
            <a:ext cx="107645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 error pops up, because </a:t>
            </a:r>
            <a:r>
              <a:rPr lang="en-US" dirty="0" err="1"/>
              <a:t>batplot</a:t>
            </a:r>
            <a:r>
              <a:rPr lang="en-US" dirty="0"/>
              <a:t> doesn't know what type of data file it is, the extension .</a:t>
            </a:r>
            <a:r>
              <a:rPr lang="en-US" dirty="0" err="1"/>
              <a:t>dat</a:t>
            </a:r>
            <a:r>
              <a:rPr lang="en-US" dirty="0"/>
              <a:t> can be many things. You need to tell </a:t>
            </a:r>
            <a:r>
              <a:rPr lang="en-US" dirty="0" err="1"/>
              <a:t>batplot</a:t>
            </a:r>
            <a:r>
              <a:rPr lang="en-US" dirty="0"/>
              <a:t> what type of data that you are providing.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7ED970-85BC-9DCE-07EB-73352D48A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079" y="3973976"/>
            <a:ext cx="8892024" cy="7277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C80587-83B4-D2F2-B421-0B6BE7813D7E}"/>
              </a:ext>
            </a:extLst>
          </p:cNvPr>
          <p:cNvSpPr txBox="1"/>
          <p:nvPr/>
        </p:nvSpPr>
        <p:spPr>
          <a:xfrm>
            <a:off x="461817" y="3105834"/>
            <a:ext cx="89600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FF0000"/>
                </a:solidFill>
              </a:rPr>
              <a:t>You can either navigate to the path containing this file or just drag the file into terminal, I prefer the second approach </a:t>
            </a:r>
            <a:endParaRPr lang="en-CN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560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D997A-0EA2-333C-39A0-E55075453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801810-3E24-9353-C9BE-4F7826BBB1DC}"/>
              </a:ext>
            </a:extLst>
          </p:cNvPr>
          <p:cNvSpPr txBox="1"/>
          <p:nvPr/>
        </p:nvSpPr>
        <p:spPr>
          <a:xfrm>
            <a:off x="461818" y="415636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1D plots - XRD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2FD272-28B6-35E0-DE21-C75526D725A5}"/>
              </a:ext>
            </a:extLst>
          </p:cNvPr>
          <p:cNvSpPr txBox="1"/>
          <p:nvPr/>
        </p:nvSpPr>
        <p:spPr>
          <a:xfrm>
            <a:off x="3017920" y="1792664"/>
            <a:ext cx="5250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batplot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path/XRD/R02.dat --</a:t>
            </a:r>
            <a:r>
              <a:rPr lang="en-US" dirty="0" err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xaxis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2theta </a:t>
            </a:r>
            <a:endParaRPr lang="en-CN" dirty="0">
              <a:solidFill>
                <a:srgbClr val="0432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C33558-D1BE-A5CC-73B0-045D42565219}"/>
              </a:ext>
            </a:extLst>
          </p:cNvPr>
          <p:cNvSpPr txBox="1"/>
          <p:nvPr/>
        </p:nvSpPr>
        <p:spPr>
          <a:xfrm>
            <a:off x="406400" y="1234265"/>
            <a:ext cx="1178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</a:t>
            </a:r>
            <a:r>
              <a:rPr lang="en-US" dirty="0" err="1"/>
              <a:t>batplot</a:t>
            </a:r>
            <a:r>
              <a:rPr lang="en-US" dirty="0"/>
              <a:t>, the type of file is indicated by its x axis, and for XRD, the x axis is usually 2theta, now let's add a flag:</a:t>
            </a:r>
            <a:endParaRPr lang="en-C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489072-39A3-07E6-0BD7-4ED3FE336A50}"/>
              </a:ext>
            </a:extLst>
          </p:cNvPr>
          <p:cNvSpPr txBox="1"/>
          <p:nvPr/>
        </p:nvSpPr>
        <p:spPr>
          <a:xfrm>
            <a:off x="406400" y="2351063"/>
            <a:ext cx="1178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should then see a plot window popping up.</a:t>
            </a:r>
            <a:endParaRPr lang="en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C662A8-3388-8CC8-EBD7-95AC67BCC634}"/>
              </a:ext>
            </a:extLst>
          </p:cNvPr>
          <p:cNvSpPr txBox="1"/>
          <p:nvPr/>
        </p:nvSpPr>
        <p:spPr>
          <a:xfrm>
            <a:off x="406400" y="5972429"/>
            <a:ext cx="1178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FF0000"/>
                </a:solidFill>
              </a:rPr>
              <a:t>Remember to always close the plot window so the terminal can be used for new plotting, if you are to work on multiple figures, use separate terminals for each.</a:t>
            </a:r>
            <a:endParaRPr lang="en-CN" i="1" dirty="0">
              <a:solidFill>
                <a:srgbClr val="FF0000"/>
              </a:solidFill>
            </a:endParaRPr>
          </a:p>
        </p:txBody>
      </p:sp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46EE9104-BC13-CC35-5951-805F99B90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3200" y="3024468"/>
            <a:ext cx="3864997" cy="259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57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498EF-3073-B031-38A6-5582069B3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F28BB3C-F9AF-0487-43E8-026740277921}"/>
              </a:ext>
            </a:extLst>
          </p:cNvPr>
          <p:cNvSpPr txBox="1"/>
          <p:nvPr/>
        </p:nvSpPr>
        <p:spPr>
          <a:xfrm>
            <a:off x="461818" y="415636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1D plots - XRD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06B30F-99AB-1A1D-7E33-23E7D1AE335A}"/>
              </a:ext>
            </a:extLst>
          </p:cNvPr>
          <p:cNvSpPr txBox="1"/>
          <p:nvPr/>
        </p:nvSpPr>
        <p:spPr>
          <a:xfrm>
            <a:off x="2992374" y="1773233"/>
            <a:ext cx="4870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batplot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path/XRD/R02.dat --</a:t>
            </a:r>
            <a:r>
              <a:rPr lang="en-US" dirty="0" err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wl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0.25995</a:t>
            </a:r>
            <a:endParaRPr lang="en-CN" dirty="0">
              <a:solidFill>
                <a:srgbClr val="0432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2D9785-3894-CA84-61D4-CB951D2626BB}"/>
              </a:ext>
            </a:extLst>
          </p:cNvPr>
          <p:cNvSpPr txBox="1"/>
          <p:nvPr/>
        </p:nvSpPr>
        <p:spPr>
          <a:xfrm>
            <a:off x="406400" y="1234265"/>
            <a:ext cx="1178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Sometimes, it is preferred to plot data in Q space instead of 2theta. To do that, a wavelength is needed:</a:t>
            </a:r>
            <a:endParaRPr lang="en-C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E9D59A-3566-9C78-8DCC-348D5A4CF41A}"/>
              </a:ext>
            </a:extLst>
          </p:cNvPr>
          <p:cNvSpPr txBox="1"/>
          <p:nvPr/>
        </p:nvSpPr>
        <p:spPr>
          <a:xfrm>
            <a:off x="406400" y="2351063"/>
            <a:ext cx="1178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should then see a new plot with x axis displayed as Q </a:t>
            </a:r>
            <a:endParaRPr lang="en-CN" dirty="0"/>
          </a:p>
        </p:txBody>
      </p:sp>
      <p:pic>
        <p:nvPicPr>
          <p:cNvPr id="10" name="Picture 9" descr="A graph of a graph&#10;&#10;AI-generated content may be incorrect.">
            <a:extLst>
              <a:ext uri="{FF2B5EF4-FFF2-40B4-BE49-F238E27FC236}">
                <a16:creationId xmlns:a16="http://schemas.microsoft.com/office/drawing/2014/main" id="{ED06BC3D-4667-A899-644A-D2A4EF3A3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867" y="3428999"/>
            <a:ext cx="3864997" cy="2599267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4CF542-EC61-41CB-AE77-E4665F054226}"/>
              </a:ext>
            </a:extLst>
          </p:cNvPr>
          <p:cNvCxnSpPr/>
          <p:nvPr/>
        </p:nvCxnSpPr>
        <p:spPr>
          <a:xfrm>
            <a:off x="4927600" y="4648200"/>
            <a:ext cx="125306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A graph of a graph&#10;&#10;AI-generated content may be incorrect.">
            <a:extLst>
              <a:ext uri="{FF2B5EF4-FFF2-40B4-BE49-F238E27FC236}">
                <a16:creationId xmlns:a16="http://schemas.microsoft.com/office/drawing/2014/main" id="{74187E4A-7B3F-6567-576D-29EAE251A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934" y="3382011"/>
            <a:ext cx="4004733" cy="26932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CE4517-0887-C4CB-2E12-6AD6B73A0B2A}"/>
              </a:ext>
            </a:extLst>
          </p:cNvPr>
          <p:cNvSpPr txBox="1"/>
          <p:nvPr/>
        </p:nvSpPr>
        <p:spPr>
          <a:xfrm>
            <a:off x="3435604" y="3130299"/>
            <a:ext cx="4237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batplot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path/XRD/R02.dat:0.25995</a:t>
            </a:r>
            <a:endParaRPr lang="en-CN" dirty="0">
              <a:solidFill>
                <a:srgbClr val="0432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5B4D58-5491-BB2E-5927-9ED20858DB2F}"/>
              </a:ext>
            </a:extLst>
          </p:cNvPr>
          <p:cNvSpPr txBox="1"/>
          <p:nvPr/>
        </p:nvSpPr>
        <p:spPr>
          <a:xfrm>
            <a:off x="406400" y="2746990"/>
            <a:ext cx="1178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Alternatively, you can do:</a:t>
            </a:r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76AD96-4313-1E00-A337-EA622B64CD14}"/>
              </a:ext>
            </a:extLst>
          </p:cNvPr>
          <p:cNvSpPr txBox="1"/>
          <p:nvPr/>
        </p:nvSpPr>
        <p:spPr>
          <a:xfrm>
            <a:off x="461818" y="6119198"/>
            <a:ext cx="102192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FF0000"/>
                </a:solidFill>
              </a:rPr>
              <a:t>In both cases, </a:t>
            </a:r>
            <a:r>
              <a:rPr lang="en-US" i="1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</a:t>
            </a:r>
            <a:r>
              <a:rPr lang="en-US" i="1" dirty="0" err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xaxis</a:t>
            </a:r>
            <a:r>
              <a:rPr lang="en-US" i="1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flag is no longer needed, as providing a wavelength is an indicator of the data being XRD</a:t>
            </a:r>
            <a:endParaRPr lang="en-CN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961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95DB2-3F4D-E2F8-F2EE-B44D6B265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726751-0D06-CC91-E7BF-A357DB3413A7}"/>
              </a:ext>
            </a:extLst>
          </p:cNvPr>
          <p:cNvSpPr txBox="1"/>
          <p:nvPr/>
        </p:nvSpPr>
        <p:spPr>
          <a:xfrm>
            <a:off x="461818" y="415636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1D plots - XRD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202ECB-6C99-B35A-8778-641B9F45587F}"/>
              </a:ext>
            </a:extLst>
          </p:cNvPr>
          <p:cNvSpPr txBox="1"/>
          <p:nvPr/>
        </p:nvSpPr>
        <p:spPr>
          <a:xfrm>
            <a:off x="2713700" y="1683562"/>
            <a:ext cx="6516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batplot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path/XRD/R02.dat --</a:t>
            </a:r>
            <a:r>
              <a:rPr lang="en-US" dirty="0" err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wl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0.25995 --</a:t>
            </a:r>
            <a:r>
              <a:rPr lang="en-US" dirty="0" err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xrange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2 4</a:t>
            </a:r>
            <a:endParaRPr lang="en-CN" dirty="0">
              <a:solidFill>
                <a:srgbClr val="0432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96F1AC-A883-A89B-C182-FEC984F9498A}"/>
              </a:ext>
            </a:extLst>
          </p:cNvPr>
          <p:cNvSpPr txBox="1"/>
          <p:nvPr/>
        </p:nvSpPr>
        <p:spPr>
          <a:xfrm>
            <a:off x="406400" y="1234265"/>
            <a:ext cx="1178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You can change the x range by using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</a:t>
            </a:r>
            <a:r>
              <a:rPr lang="en-US" dirty="0" err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xrange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/>
              <a:t>flag:</a:t>
            </a:r>
            <a:endParaRPr lang="en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44C354-A31C-D2E7-4943-1CDB0ED3A211}"/>
              </a:ext>
            </a:extLst>
          </p:cNvPr>
          <p:cNvSpPr txBox="1"/>
          <p:nvPr/>
        </p:nvSpPr>
        <p:spPr>
          <a:xfrm>
            <a:off x="406400" y="5789198"/>
            <a:ext cx="1178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FF0000"/>
                </a:solidFill>
              </a:rPr>
              <a:t>There is no </a:t>
            </a:r>
            <a:r>
              <a:rPr lang="en-US" i="1" dirty="0">
                <a:solidFill>
                  <a:srgbClr val="0432FF"/>
                </a:solidFill>
              </a:rPr>
              <a:t>--</a:t>
            </a:r>
            <a:r>
              <a:rPr lang="en-US" i="1" dirty="0" err="1">
                <a:solidFill>
                  <a:srgbClr val="0432FF"/>
                </a:solidFill>
              </a:rPr>
              <a:t>yrange</a:t>
            </a:r>
            <a:r>
              <a:rPr lang="en-US" i="1" dirty="0">
                <a:solidFill>
                  <a:srgbClr val="0432FF"/>
                </a:solidFill>
              </a:rPr>
              <a:t> </a:t>
            </a:r>
            <a:r>
              <a:rPr lang="en-US" i="1" dirty="0">
                <a:solidFill>
                  <a:srgbClr val="FF0000"/>
                </a:solidFill>
              </a:rPr>
              <a:t>flag, the y axis is automatically adjusted according to the selected data range.</a:t>
            </a:r>
            <a:endParaRPr lang="en-CN" i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E598EB-A789-CB87-F58F-4BC0F81C4DD5}"/>
              </a:ext>
            </a:extLst>
          </p:cNvPr>
          <p:cNvSpPr txBox="1"/>
          <p:nvPr/>
        </p:nvSpPr>
        <p:spPr>
          <a:xfrm>
            <a:off x="1664318" y="3640987"/>
            <a:ext cx="8289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batplot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path/XRD/R02.dat --</a:t>
            </a:r>
            <a:r>
              <a:rPr lang="en-US" dirty="0" err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wl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0.25995 --</a:t>
            </a:r>
            <a:r>
              <a:rPr lang="en-US" dirty="0" err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xrange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2 4 --out </a:t>
            </a:r>
            <a:r>
              <a:rPr lang="en-US" dirty="0" err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fig.svg</a:t>
            </a:r>
            <a:endParaRPr lang="en-CN" dirty="0">
              <a:solidFill>
                <a:srgbClr val="0432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F8AD34-8EA7-BA8E-AE4E-6752788A5BA4}"/>
              </a:ext>
            </a:extLst>
          </p:cNvPr>
          <p:cNvSpPr txBox="1"/>
          <p:nvPr/>
        </p:nvSpPr>
        <p:spPr>
          <a:xfrm>
            <a:off x="406400" y="2597646"/>
            <a:ext cx="1178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save, use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--out </a:t>
            </a:r>
            <a:r>
              <a:rPr lang="en-US" dirty="0" err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file.svg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/>
              <a:t>flag:</a:t>
            </a:r>
            <a:endParaRPr lang="en-C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9B4A95-84FB-3B2E-143D-D4DAA725D3A5}"/>
              </a:ext>
            </a:extLst>
          </p:cNvPr>
          <p:cNvSpPr txBox="1"/>
          <p:nvPr/>
        </p:nvSpPr>
        <p:spPr>
          <a:xfrm>
            <a:off x="461818" y="4561191"/>
            <a:ext cx="1178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figure will be saved in a separate folder.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89345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39406-BB0D-5840-6DFA-4ACEDB30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6E4FD2-68FC-4BBA-4FE0-B7B6205846CA}"/>
              </a:ext>
            </a:extLst>
          </p:cNvPr>
          <p:cNvSpPr txBox="1"/>
          <p:nvPr/>
        </p:nvSpPr>
        <p:spPr>
          <a:xfrm>
            <a:off x="461818" y="415636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1D plots - XRD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037C78-5F14-3B9E-74DD-C02A54B5C330}"/>
              </a:ext>
            </a:extLst>
          </p:cNvPr>
          <p:cNvSpPr txBox="1"/>
          <p:nvPr/>
        </p:nvSpPr>
        <p:spPr>
          <a:xfrm>
            <a:off x="2069880" y="1792664"/>
            <a:ext cx="7149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batplot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path/XRD/R02.dat path/XRD/R03.dat --</a:t>
            </a:r>
            <a:r>
              <a:rPr lang="en-US" dirty="0" err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wl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0.25995</a:t>
            </a:r>
            <a:endParaRPr lang="en-CN" dirty="0">
              <a:solidFill>
                <a:srgbClr val="0432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DF05B3-C942-40D4-220B-D101933D61CE}"/>
              </a:ext>
            </a:extLst>
          </p:cNvPr>
          <p:cNvSpPr txBox="1"/>
          <p:nvPr/>
        </p:nvSpPr>
        <p:spPr>
          <a:xfrm>
            <a:off x="406400" y="1234265"/>
            <a:ext cx="1178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you have multiple XRD files, you can plot them together in one panel:</a:t>
            </a:r>
            <a:endParaRPr lang="en-CN" dirty="0"/>
          </a:p>
        </p:txBody>
      </p:sp>
      <p:pic>
        <p:nvPicPr>
          <p:cNvPr id="11" name="Picture 10" descr="A graph of a number&#10;&#10;AI-generated content may be incorrect.">
            <a:extLst>
              <a:ext uri="{FF2B5EF4-FFF2-40B4-BE49-F238E27FC236}">
                <a16:creationId xmlns:a16="http://schemas.microsoft.com/office/drawing/2014/main" id="{2D9075A5-8F55-CEC9-C173-E7D639E44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366" y="2351063"/>
            <a:ext cx="5901267" cy="396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305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E18F3-E98B-8625-9557-36FF7B23E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A65C4E-F5F6-42D2-3259-865C6CE16D10}"/>
              </a:ext>
            </a:extLst>
          </p:cNvPr>
          <p:cNvSpPr txBox="1"/>
          <p:nvPr/>
        </p:nvSpPr>
        <p:spPr>
          <a:xfrm>
            <a:off x="461818" y="415636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1D plots - XRD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235243-B92A-9CEF-6B5B-582265BF6FF0}"/>
              </a:ext>
            </a:extLst>
          </p:cNvPr>
          <p:cNvSpPr txBox="1"/>
          <p:nvPr/>
        </p:nvSpPr>
        <p:spPr>
          <a:xfrm>
            <a:off x="1752940" y="1868228"/>
            <a:ext cx="8162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batplot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path/XRD/R02.dat path/XRD/R03.dat --</a:t>
            </a:r>
            <a:r>
              <a:rPr lang="en-US" dirty="0" err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wl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0.25995 --stack</a:t>
            </a:r>
            <a:endParaRPr lang="en-CN" dirty="0">
              <a:solidFill>
                <a:srgbClr val="0432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76D948-FD97-7EEA-DB4F-BC88FC72152B}"/>
              </a:ext>
            </a:extLst>
          </p:cNvPr>
          <p:cNvSpPr txBox="1"/>
          <p:nvPr/>
        </p:nvSpPr>
        <p:spPr>
          <a:xfrm>
            <a:off x="406400" y="1234265"/>
            <a:ext cx="1178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Instead of overlaying the plots, you can also use stack mode by adding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--stack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/>
              <a:t>flag</a:t>
            </a:r>
            <a:endParaRPr lang="en-CN" dirty="0"/>
          </a:p>
        </p:txBody>
      </p:sp>
      <p:pic>
        <p:nvPicPr>
          <p:cNvPr id="11" name="Picture 10" descr="A graph of a number and a number&#10;&#10;AI-generated content may be incorrect.">
            <a:extLst>
              <a:ext uri="{FF2B5EF4-FFF2-40B4-BE49-F238E27FC236}">
                <a16:creationId xmlns:a16="http://schemas.microsoft.com/office/drawing/2014/main" id="{907314F5-97DF-3047-1B50-DB0701B69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392" y="2351063"/>
            <a:ext cx="4809215" cy="323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213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95583-53A7-CC5E-B9B3-D3F8C7C68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58AB31-6CEB-656D-BC2E-2B7A3AB361D6}"/>
              </a:ext>
            </a:extLst>
          </p:cNvPr>
          <p:cNvSpPr txBox="1"/>
          <p:nvPr/>
        </p:nvSpPr>
        <p:spPr>
          <a:xfrm>
            <a:off x="461818" y="415636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1D plots - XRD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D1674C-B153-4DA6-7388-263450EDCCD2}"/>
              </a:ext>
            </a:extLst>
          </p:cNvPr>
          <p:cNvSpPr txBox="1"/>
          <p:nvPr/>
        </p:nvSpPr>
        <p:spPr>
          <a:xfrm>
            <a:off x="1202568" y="1980270"/>
            <a:ext cx="9049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batplot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path/XRD/R02.dat:0.25995 path/XRD/TD_S0062-64.xy:1.54 --stack</a:t>
            </a:r>
            <a:endParaRPr lang="en-CN" dirty="0">
              <a:solidFill>
                <a:srgbClr val="0432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DE068B-7E71-EFB2-1792-41C14BF9E49E}"/>
              </a:ext>
            </a:extLst>
          </p:cNvPr>
          <p:cNvSpPr txBox="1"/>
          <p:nvPr/>
        </p:nvSpPr>
        <p:spPr>
          <a:xfrm>
            <a:off x="406400" y="1234265"/>
            <a:ext cx="1178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you have multiple XRD files with different wavelength (e.g. if you want to compare the data from synchrotron and in-house, you can convert them into Q or your preferred wavelength by specifying wavelength of each of them)</a:t>
            </a:r>
            <a:endParaRPr lang="en-C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932FF3-4BEF-F465-2705-2C6B5EFF62C6}"/>
              </a:ext>
            </a:extLst>
          </p:cNvPr>
          <p:cNvSpPr txBox="1"/>
          <p:nvPr/>
        </p:nvSpPr>
        <p:spPr>
          <a:xfrm>
            <a:off x="3282576" y="2429567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Synchrotron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523594-AC67-2BD8-BC3C-2BA838C1E7F0}"/>
              </a:ext>
            </a:extLst>
          </p:cNvPr>
          <p:cNvSpPr txBox="1"/>
          <p:nvPr/>
        </p:nvSpPr>
        <p:spPr>
          <a:xfrm>
            <a:off x="6803884" y="2429567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In-house (Cu)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9DF920-6002-0D2D-B920-EF304594A680}"/>
              </a:ext>
            </a:extLst>
          </p:cNvPr>
          <p:cNvSpPr txBox="1"/>
          <p:nvPr/>
        </p:nvSpPr>
        <p:spPr>
          <a:xfrm>
            <a:off x="406400" y="2983182"/>
            <a:ext cx="9827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i="1" dirty="0">
                <a:solidFill>
                  <a:srgbClr val="FF0000"/>
                </a:solidFill>
              </a:rPr>
              <a:t>In this case, </a:t>
            </a:r>
            <a:r>
              <a:rPr lang="en-CN" i="1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--wl </a:t>
            </a:r>
            <a:r>
              <a:rPr lang="en-CN" i="1" dirty="0">
                <a:solidFill>
                  <a:srgbClr val="FF0000"/>
                </a:solidFill>
              </a:rPr>
              <a:t>flag is no longer needed because the wavelengths are already provided in individual date files, this approach also works for single file.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i="1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--stack </a:t>
            </a:r>
            <a:r>
              <a:rPr lang="en-CN" i="1" dirty="0">
                <a:solidFill>
                  <a:srgbClr val="FF0000"/>
                </a:solidFill>
              </a:rPr>
              <a:t>is recommended in this case as different instruments have different intensity scale</a:t>
            </a:r>
          </a:p>
        </p:txBody>
      </p:sp>
      <p:pic>
        <p:nvPicPr>
          <p:cNvPr id="14" name="Picture 13" descr="A graph of a number and a number&#10;&#10;AI-generated content may be incorrect.">
            <a:extLst>
              <a:ext uri="{FF2B5EF4-FFF2-40B4-BE49-F238E27FC236}">
                <a16:creationId xmlns:a16="http://schemas.microsoft.com/office/drawing/2014/main" id="{778A73D5-C379-CAD4-6AEE-553E2844E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5459" y="3901485"/>
            <a:ext cx="4343401" cy="29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43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6AAB6-A73D-FADF-8462-AB47E3787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7C6BB7-EC61-FE64-2DF1-BD45E3F960EC}"/>
              </a:ext>
            </a:extLst>
          </p:cNvPr>
          <p:cNvSpPr txBox="1"/>
          <p:nvPr/>
        </p:nvSpPr>
        <p:spPr>
          <a:xfrm>
            <a:off x="461818" y="415636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1D plots - XRD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062CFA-9C01-BAA0-B732-C8481789D405}"/>
              </a:ext>
            </a:extLst>
          </p:cNvPr>
          <p:cNvSpPr txBox="1"/>
          <p:nvPr/>
        </p:nvSpPr>
        <p:spPr>
          <a:xfrm>
            <a:off x="230071" y="1783756"/>
            <a:ext cx="11455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batplot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path/XRD/R02.dat:0.25448:1.54 path/XRD/TD_S0062-64.xy:1.54 --stack --</a:t>
            </a:r>
            <a:r>
              <a:rPr lang="en-US" dirty="0" err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xaxis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2theta</a:t>
            </a:r>
            <a:endParaRPr lang="en-CN" dirty="0">
              <a:solidFill>
                <a:srgbClr val="0432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9AA334-D6D9-DCE1-0E58-56EA2B039FC5}"/>
              </a:ext>
            </a:extLst>
          </p:cNvPr>
          <p:cNvSpPr txBox="1"/>
          <p:nvPr/>
        </p:nvSpPr>
        <p:spPr>
          <a:xfrm>
            <a:off x="406400" y="1234265"/>
            <a:ext cx="1178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rare case, you can convert one date file into another file's wavelength:</a:t>
            </a:r>
            <a:endParaRPr lang="en-C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6FE9B2-276E-E889-6445-AE863FC6F210}"/>
              </a:ext>
            </a:extLst>
          </p:cNvPr>
          <p:cNvSpPr txBox="1"/>
          <p:nvPr/>
        </p:nvSpPr>
        <p:spPr>
          <a:xfrm>
            <a:off x="2653060" y="2237559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Synchrotron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2A3601-035D-332F-1848-2614731E5EA7}"/>
              </a:ext>
            </a:extLst>
          </p:cNvPr>
          <p:cNvSpPr txBox="1"/>
          <p:nvPr/>
        </p:nvSpPr>
        <p:spPr>
          <a:xfrm>
            <a:off x="6569308" y="2237559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In-house (Cu)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A7DDA2-21F6-9349-8DF0-067401F395EC}"/>
              </a:ext>
            </a:extLst>
          </p:cNvPr>
          <p:cNvSpPr txBox="1"/>
          <p:nvPr/>
        </p:nvSpPr>
        <p:spPr>
          <a:xfrm>
            <a:off x="406400" y="2691362"/>
            <a:ext cx="5719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i="1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--xaxis 2theta </a:t>
            </a:r>
            <a:r>
              <a:rPr lang="en-CN" i="1" dirty="0">
                <a:solidFill>
                  <a:srgbClr val="FF0000"/>
                </a:solidFill>
              </a:rPr>
              <a:t>needs to be included in this case</a:t>
            </a:r>
          </a:p>
        </p:txBody>
      </p:sp>
      <p:pic>
        <p:nvPicPr>
          <p:cNvPr id="15" name="Picture 14" descr="A graph of numbers and lines&#10;&#10;AI-generated content may be incorrect.">
            <a:extLst>
              <a:ext uri="{FF2B5EF4-FFF2-40B4-BE49-F238E27FC236}">
                <a16:creationId xmlns:a16="http://schemas.microsoft.com/office/drawing/2014/main" id="{C534FCDB-73E1-B1E8-16BD-31D04E9D4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406" y="2980267"/>
            <a:ext cx="4733678" cy="3183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356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9D9EC-D86B-BED6-2C84-18BCC5795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3A5215-2B89-CCC9-3463-0843FD436B9D}"/>
              </a:ext>
            </a:extLst>
          </p:cNvPr>
          <p:cNvSpPr txBox="1"/>
          <p:nvPr/>
        </p:nvSpPr>
        <p:spPr>
          <a:xfrm>
            <a:off x="461818" y="415636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1D plots - XRD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4877AB-B378-DAE8-DEDC-EA4850CE3219}"/>
              </a:ext>
            </a:extLst>
          </p:cNvPr>
          <p:cNvSpPr txBox="1"/>
          <p:nvPr/>
        </p:nvSpPr>
        <p:spPr>
          <a:xfrm>
            <a:off x="461818" y="1073398"/>
            <a:ext cx="1178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Add CIF files to show the tick labels:</a:t>
            </a:r>
            <a:endParaRPr lang="en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2009D9-0DD4-CCDD-DF14-0EDB09A57184}"/>
              </a:ext>
            </a:extLst>
          </p:cNvPr>
          <p:cNvSpPr txBox="1"/>
          <p:nvPr/>
        </p:nvSpPr>
        <p:spPr>
          <a:xfrm>
            <a:off x="629159" y="1823493"/>
            <a:ext cx="12312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batplot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path/XRD/R02.dat:0.25448:1.54 Li2Se.cif Li2FeSeO.cif </a:t>
            </a:r>
            <a:r>
              <a:rPr lang="en-US" dirty="0" err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FeSe.cif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--</a:t>
            </a:r>
            <a:r>
              <a:rPr lang="en-US" dirty="0" err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wl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0.25995</a:t>
            </a:r>
            <a:endParaRPr lang="en-CN" dirty="0">
              <a:solidFill>
                <a:srgbClr val="0432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0" name="Picture 9" descr="A graph of a number of data&#10;&#10;AI-generated content may be incorrect.">
            <a:extLst>
              <a:ext uri="{FF2B5EF4-FFF2-40B4-BE49-F238E27FC236}">
                <a16:creationId xmlns:a16="http://schemas.microsoft.com/office/drawing/2014/main" id="{2DCC226F-9671-A4E7-CDE1-C9BCE0B4C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963" y="2665921"/>
            <a:ext cx="5563108" cy="3741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71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0B32F-903F-C9C4-C2FA-F5F3BF6AB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553BB0-1A49-D24B-88D0-2CCA0443AC4B}"/>
              </a:ext>
            </a:extLst>
          </p:cNvPr>
          <p:cNvSpPr txBox="1"/>
          <p:nvPr/>
        </p:nvSpPr>
        <p:spPr>
          <a:xfrm>
            <a:off x="461818" y="415636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1D plots - XAS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F77DB3-67EB-E36E-5611-D089F7ECA1CD}"/>
              </a:ext>
            </a:extLst>
          </p:cNvPr>
          <p:cNvSpPr txBox="1"/>
          <p:nvPr/>
        </p:nvSpPr>
        <p:spPr>
          <a:xfrm>
            <a:off x="461818" y="1181448"/>
            <a:ext cx="7827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Same as XRD, no </a:t>
            </a:r>
            <a:r>
              <a:rPr lang="en-CN" dirty="0">
                <a:latin typeface="Consolas" panose="020B0609020204030204" pitchFamily="49" charset="0"/>
                <a:cs typeface="Consolas" panose="020B0609020204030204" pitchFamily="49" charset="0"/>
              </a:rPr>
              <a:t>--xaxis </a:t>
            </a:r>
            <a:r>
              <a:rPr lang="en-CN" dirty="0"/>
              <a:t>flag needed as .nor is XAS-specified extention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F201FF-571A-CD74-80DF-AFB03AEC62F6}"/>
              </a:ext>
            </a:extLst>
          </p:cNvPr>
          <p:cNvSpPr txBox="1"/>
          <p:nvPr/>
        </p:nvSpPr>
        <p:spPr>
          <a:xfrm>
            <a:off x="3097442" y="2099035"/>
            <a:ext cx="5831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batplot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R03_Se.nor R07_Se.nor R10_Se.nor</a:t>
            </a:r>
            <a:endParaRPr lang="en-CN" dirty="0">
              <a:solidFill>
                <a:srgbClr val="0432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5" name="Picture 14" descr="A graph of energy&#10;&#10;AI-generated content may be incorrect.">
            <a:extLst>
              <a:ext uri="{FF2B5EF4-FFF2-40B4-BE49-F238E27FC236}">
                <a16:creationId xmlns:a16="http://schemas.microsoft.com/office/drawing/2014/main" id="{90F42E59-E797-9F8F-90F8-0C3DAB1AA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733" y="2468367"/>
            <a:ext cx="5771822" cy="388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391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E0608-E58E-A615-D2D4-4E6527CA3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75E18C-8E17-0BC1-EC2A-BD125679BC9E}"/>
              </a:ext>
            </a:extLst>
          </p:cNvPr>
          <p:cNvSpPr txBox="1"/>
          <p:nvPr/>
        </p:nvSpPr>
        <p:spPr>
          <a:xfrm>
            <a:off x="461818" y="415636"/>
            <a:ext cx="1697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1D plots - XAS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41BB36-BC79-93F7-7526-A209DF3852EA}"/>
              </a:ext>
            </a:extLst>
          </p:cNvPr>
          <p:cNvSpPr txBox="1"/>
          <p:nvPr/>
        </p:nvSpPr>
        <p:spPr>
          <a:xfrm>
            <a:off x="3097442" y="2099035"/>
            <a:ext cx="5831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batplot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R03_Se.nor R07_Se.nor R10_Se.nor --1d</a:t>
            </a:r>
            <a:endParaRPr lang="en-CN" dirty="0">
              <a:solidFill>
                <a:srgbClr val="0432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89A2EC-B32B-004D-C246-0E613935E2C4}"/>
              </a:ext>
            </a:extLst>
          </p:cNvPr>
          <p:cNvSpPr txBox="1"/>
          <p:nvPr/>
        </p:nvSpPr>
        <p:spPr>
          <a:xfrm>
            <a:off x="461818" y="1206848"/>
            <a:ext cx="893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Use </a:t>
            </a:r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--1d </a:t>
            </a:r>
            <a:r>
              <a:rPr lang="en-CN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--2d</a:t>
            </a:r>
            <a:r>
              <a:rPr lang="en-CN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CN" dirty="0"/>
              <a:t>to plot the first (second) derivative, this works for all types of data</a:t>
            </a:r>
          </a:p>
        </p:txBody>
      </p:sp>
      <p:pic>
        <p:nvPicPr>
          <p:cNvPr id="12" name="Picture 11" descr="A graph of energy&#10;&#10;AI-generated content may be incorrect.">
            <a:extLst>
              <a:ext uri="{FF2B5EF4-FFF2-40B4-BE49-F238E27FC236}">
                <a16:creationId xmlns:a16="http://schemas.microsoft.com/office/drawing/2014/main" id="{04B6B649-2B12-704A-D9AF-DEE0F1816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442" y="2468367"/>
            <a:ext cx="5336496" cy="358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635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6C511-CCBE-5E49-1D1C-E485E8B2F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E977A2-4227-55AD-3569-BCF491216041}"/>
              </a:ext>
            </a:extLst>
          </p:cNvPr>
          <p:cNvSpPr txBox="1"/>
          <p:nvPr/>
        </p:nvSpPr>
        <p:spPr>
          <a:xfrm>
            <a:off x="461818" y="415636"/>
            <a:ext cx="2646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1D plots - extra features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7098A3-5F96-1083-0AD9-ED90CA506C18}"/>
              </a:ext>
            </a:extLst>
          </p:cNvPr>
          <p:cNvSpPr txBox="1"/>
          <p:nvPr/>
        </p:nvSpPr>
        <p:spPr>
          <a:xfrm>
            <a:off x="461818" y="1211503"/>
            <a:ext cx="8670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Batplot can help you convert XRD data into different wavelength with --convert flag: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46593F-E1A0-8846-40F2-975C27437D7A}"/>
              </a:ext>
            </a:extLst>
          </p:cNvPr>
          <p:cNvSpPr txBox="1"/>
          <p:nvPr/>
        </p:nvSpPr>
        <p:spPr>
          <a:xfrm>
            <a:off x="2050473" y="1745380"/>
            <a:ext cx="9384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batplot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path/XRD/R02.dat</a:t>
            </a:r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--convert 0.25448 1.54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87B4EC-96B8-E183-D2F3-8A0DE7A60687}"/>
              </a:ext>
            </a:extLst>
          </p:cNvPr>
          <p:cNvSpPr txBox="1"/>
          <p:nvPr/>
        </p:nvSpPr>
        <p:spPr>
          <a:xfrm>
            <a:off x="461818" y="2279257"/>
            <a:ext cx="11268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/>
              <a:t>This will convert the original data into a new wavelength and export the file into a new folder under the path.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F29F3C-C587-CEF2-C813-F39F286D5545}"/>
              </a:ext>
            </a:extLst>
          </p:cNvPr>
          <p:cNvSpPr txBox="1"/>
          <p:nvPr/>
        </p:nvSpPr>
        <p:spPr>
          <a:xfrm>
            <a:off x="461818" y="3252004"/>
            <a:ext cx="11268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/>
              <a:t>In addition, you can convert the data into Q space using: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F91F66-CB93-6247-09B6-E251068D3024}"/>
              </a:ext>
            </a:extLst>
          </p:cNvPr>
          <p:cNvSpPr txBox="1"/>
          <p:nvPr/>
        </p:nvSpPr>
        <p:spPr>
          <a:xfrm>
            <a:off x="2050473" y="3840080"/>
            <a:ext cx="9384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batplot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path/XRD/r2c2_01_001_0001p.dat</a:t>
            </a:r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--convert 0.25448 q</a:t>
            </a:r>
          </a:p>
        </p:txBody>
      </p:sp>
    </p:spTree>
    <p:extLst>
      <p:ext uri="{BB962C8B-B14F-4D97-AF65-F5344CB8AC3E}">
        <p14:creationId xmlns:p14="http://schemas.microsoft.com/office/powerpoint/2010/main" val="3194135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5E35A-05ED-D9C0-B295-ADC9943EF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4AB4D3-01C6-F6E5-39C7-A8C5F72EEC20}"/>
              </a:ext>
            </a:extLst>
          </p:cNvPr>
          <p:cNvSpPr txBox="1"/>
          <p:nvPr/>
        </p:nvSpPr>
        <p:spPr>
          <a:xfrm>
            <a:off x="461818" y="415636"/>
            <a:ext cx="2646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1D plots - extra features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3F8074-FF4F-F076-6B27-0BECE2B459C2}"/>
              </a:ext>
            </a:extLst>
          </p:cNvPr>
          <p:cNvSpPr txBox="1"/>
          <p:nvPr/>
        </p:nvSpPr>
        <p:spPr>
          <a:xfrm>
            <a:off x="461818" y="1211503"/>
            <a:ext cx="91486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All type of data files are supported, as long as it can be opened in a text or excel format.</a:t>
            </a:r>
          </a:p>
          <a:p>
            <a:endParaRPr lang="en-CN" dirty="0"/>
          </a:p>
          <a:p>
            <a:r>
              <a:rPr lang="en-CN" dirty="0"/>
              <a:t>If different columns are to be plotted other than the first and second, do: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FACDF5-F0A4-6A09-E103-68D0C41AA6E5}"/>
              </a:ext>
            </a:extLst>
          </p:cNvPr>
          <p:cNvSpPr txBox="1"/>
          <p:nvPr/>
        </p:nvSpPr>
        <p:spPr>
          <a:xfrm>
            <a:off x="3945467" y="23767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batplot file.dat --readcol 2 4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2272D5-0843-468F-3B47-ADCCF8BD06E8}"/>
              </a:ext>
            </a:extLst>
          </p:cNvPr>
          <p:cNvSpPr txBox="1"/>
          <p:nvPr/>
        </p:nvSpPr>
        <p:spPr>
          <a:xfrm>
            <a:off x="461818" y="2992338"/>
            <a:ext cx="7374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/>
              <a:t>This will plot column 2 and column 4 as x and y, respectively.</a:t>
            </a:r>
          </a:p>
        </p:txBody>
      </p:sp>
    </p:spTree>
    <p:extLst>
      <p:ext uri="{BB962C8B-B14F-4D97-AF65-F5344CB8AC3E}">
        <p14:creationId xmlns:p14="http://schemas.microsoft.com/office/powerpoint/2010/main" val="1729002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98B36-DA4B-AFD5-3196-9870A5856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2E2D4E-FBF6-18B9-470D-84AEE0C8045D}"/>
              </a:ext>
            </a:extLst>
          </p:cNvPr>
          <p:cNvSpPr txBox="1"/>
          <p:nvPr/>
        </p:nvSpPr>
        <p:spPr>
          <a:xfrm>
            <a:off x="461818" y="415636"/>
            <a:ext cx="2646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1D plots - extra features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1E8A09-C0AE-7167-4BE4-540FD638AB6B}"/>
              </a:ext>
            </a:extLst>
          </p:cNvPr>
          <p:cNvSpPr txBox="1"/>
          <p:nvPr/>
        </p:nvSpPr>
        <p:spPr>
          <a:xfrm>
            <a:off x="461818" y="1193573"/>
            <a:ext cx="4467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Use </a:t>
            </a:r>
            <a:r>
              <a:rPr lang="en-CN" dirty="0">
                <a:latin typeface="Consolas" panose="020B0609020204030204" pitchFamily="49" charset="0"/>
                <a:cs typeface="Consolas" panose="020B0609020204030204" pitchFamily="49" charset="0"/>
              </a:rPr>
              <a:t>allfiles</a:t>
            </a:r>
            <a:r>
              <a:rPr lang="en-CN" dirty="0"/>
              <a:t> to plot all files in one folder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DE9D29-FEAE-4DE7-73DC-DC2D94F17DB6}"/>
              </a:ext>
            </a:extLst>
          </p:cNvPr>
          <p:cNvSpPr txBox="1"/>
          <p:nvPr/>
        </p:nvSpPr>
        <p:spPr>
          <a:xfrm>
            <a:off x="2789020" y="2201226"/>
            <a:ext cx="78341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batplot /path/to/your/folder allfiles --xaxis 2theta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ADC0DF-B366-60B2-2846-4B7980955DB5}"/>
              </a:ext>
            </a:extLst>
          </p:cNvPr>
          <p:cNvSpPr txBox="1"/>
          <p:nvPr/>
        </p:nvSpPr>
        <p:spPr>
          <a:xfrm>
            <a:off x="461817" y="3429000"/>
            <a:ext cx="6715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Or use </a:t>
            </a:r>
            <a:r>
              <a:rPr lang="en-CN" dirty="0">
                <a:latin typeface="Consolas" panose="020B0609020204030204" pitchFamily="49" charset="0"/>
                <a:cs typeface="Consolas" panose="020B0609020204030204" pitchFamily="49" charset="0"/>
              </a:rPr>
              <a:t>all(ext)files </a:t>
            </a:r>
            <a:r>
              <a:rPr lang="en-CN" dirty="0"/>
              <a:t>to plot the files with selected extension: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42ACD3-24A9-BD02-C634-554703129B05}"/>
              </a:ext>
            </a:extLst>
          </p:cNvPr>
          <p:cNvSpPr txBox="1"/>
          <p:nvPr/>
        </p:nvSpPr>
        <p:spPr>
          <a:xfrm>
            <a:off x="3819467" y="46567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batplot /path/to/your/folder allnorfiles</a:t>
            </a:r>
          </a:p>
        </p:txBody>
      </p:sp>
    </p:spTree>
    <p:extLst>
      <p:ext uri="{BB962C8B-B14F-4D97-AF65-F5344CB8AC3E}">
        <p14:creationId xmlns:p14="http://schemas.microsoft.com/office/powerpoint/2010/main" val="4226037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3F178-5E11-4F23-519E-4582BF053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399740-DEC7-C4AB-9414-BBBD5847EFD8}"/>
              </a:ext>
            </a:extLst>
          </p:cNvPr>
          <p:cNvSpPr txBox="1"/>
          <p:nvPr/>
        </p:nvSpPr>
        <p:spPr>
          <a:xfrm>
            <a:off x="461818" y="415636"/>
            <a:ext cx="2646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1D plots - extra features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0251BF-D2B7-04B9-C3EE-FE7E7F5FDF90}"/>
              </a:ext>
            </a:extLst>
          </p:cNvPr>
          <p:cNvSpPr txBox="1"/>
          <p:nvPr/>
        </p:nvSpPr>
        <p:spPr>
          <a:xfrm>
            <a:off x="461818" y="1193573"/>
            <a:ext cx="4416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For batch processing (not recommended)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2F83FD-9AE4-46AF-C0CC-F6784478E291}"/>
              </a:ext>
            </a:extLst>
          </p:cNvPr>
          <p:cNvSpPr txBox="1"/>
          <p:nvPr/>
        </p:nvSpPr>
        <p:spPr>
          <a:xfrm>
            <a:off x="2976785" y="2622567"/>
            <a:ext cx="7798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batplot /path/to/your/folder --all --xaxis 2theta</a:t>
            </a:r>
          </a:p>
        </p:txBody>
      </p:sp>
    </p:spTree>
    <p:extLst>
      <p:ext uri="{BB962C8B-B14F-4D97-AF65-F5344CB8AC3E}">
        <p14:creationId xmlns:p14="http://schemas.microsoft.com/office/powerpoint/2010/main" val="6520796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AE5C5-BA5C-DE2E-7249-F144EC674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F4A2AF-13D7-2C52-8047-E8ED87952B80}"/>
              </a:ext>
            </a:extLst>
          </p:cNvPr>
          <p:cNvSpPr txBox="1"/>
          <p:nvPr/>
        </p:nvSpPr>
        <p:spPr>
          <a:xfrm>
            <a:off x="461818" y="415636"/>
            <a:ext cx="2993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1D plots – Interactive menu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0620F1-3FD0-D381-095C-FA3299FA5DBA}"/>
              </a:ext>
            </a:extLst>
          </p:cNvPr>
          <p:cNvSpPr txBox="1"/>
          <p:nvPr/>
        </p:nvSpPr>
        <p:spPr>
          <a:xfrm>
            <a:off x="461818" y="1276248"/>
            <a:ext cx="44117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Let's go back to XRD folder.</a:t>
            </a:r>
          </a:p>
          <a:p>
            <a:r>
              <a:rPr lang="en-CN" dirty="0"/>
              <a:t>Use </a:t>
            </a:r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--i</a:t>
            </a:r>
            <a:r>
              <a:rPr lang="en-CN" dirty="0">
                <a:solidFill>
                  <a:srgbClr val="0432FF"/>
                </a:solidFill>
              </a:rPr>
              <a:t> </a:t>
            </a:r>
            <a:r>
              <a:rPr lang="en-CN" dirty="0"/>
              <a:t>flag to activate interactive menu: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019452-9726-C3A1-B9B7-23DA9ED134C6}"/>
              </a:ext>
            </a:extLst>
          </p:cNvPr>
          <p:cNvSpPr txBox="1"/>
          <p:nvPr/>
        </p:nvSpPr>
        <p:spPr>
          <a:xfrm>
            <a:off x="461818" y="2158365"/>
            <a:ext cx="9740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batplot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path/XRD/R02.dat path/XRD/R03.dat path/XRD/R05.dat path/XRD/R07.dat --</a:t>
            </a:r>
            <a:r>
              <a:rPr lang="en-US" dirty="0" err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wl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0.25995 --stack --</a:t>
            </a:r>
            <a:r>
              <a:rPr lang="en-US" dirty="0" err="1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endParaRPr lang="en-CN" dirty="0">
              <a:solidFill>
                <a:srgbClr val="0432FF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0" name="Picture 9" descr="A graph of numbers and lines&#10;&#10;AI-generated content may be incorrect.">
            <a:extLst>
              <a:ext uri="{FF2B5EF4-FFF2-40B4-BE49-F238E27FC236}">
                <a16:creationId xmlns:a16="http://schemas.microsoft.com/office/drawing/2014/main" id="{151EEDD2-7E3F-691A-FC2A-8355DFC2AF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096" y="3040482"/>
            <a:ext cx="4123765" cy="30928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D087CF-1D9B-A47A-64AA-3EAD6C931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582" y="3683513"/>
            <a:ext cx="4608258" cy="180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4237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49CAF-1D33-2878-966A-F10B9C019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C4E7F5-3E25-E366-6BFD-CABB7483AEA0}"/>
              </a:ext>
            </a:extLst>
          </p:cNvPr>
          <p:cNvSpPr txBox="1"/>
          <p:nvPr/>
        </p:nvSpPr>
        <p:spPr>
          <a:xfrm>
            <a:off x="461818" y="415636"/>
            <a:ext cx="2646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1D plots - extra features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BAEEE7-1A05-6934-0468-E4D6229032E1}"/>
              </a:ext>
            </a:extLst>
          </p:cNvPr>
          <p:cNvSpPr txBox="1"/>
          <p:nvPr/>
        </p:nvSpPr>
        <p:spPr>
          <a:xfrm>
            <a:off x="461818" y="1193573"/>
            <a:ext cx="5788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For batch processing with style enabled (under testing)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E45F58-C597-2DD4-9B5D-9C47337FFD7D}"/>
              </a:ext>
            </a:extLst>
          </p:cNvPr>
          <p:cNvSpPr txBox="1"/>
          <p:nvPr/>
        </p:nvSpPr>
        <p:spPr>
          <a:xfrm>
            <a:off x="1918949" y="2308802"/>
            <a:ext cx="7798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batplot /path/to/your/folder style.ps --all --xaxis 2theta</a:t>
            </a:r>
          </a:p>
        </p:txBody>
      </p:sp>
    </p:spTree>
    <p:extLst>
      <p:ext uri="{BB962C8B-B14F-4D97-AF65-F5344CB8AC3E}">
        <p14:creationId xmlns:p14="http://schemas.microsoft.com/office/powerpoint/2010/main" val="24645244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363AE-1E13-0C97-CF29-77CBBCCFA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59F4C0-91CB-77E6-1D32-D2220C855D02}"/>
              </a:ext>
            </a:extLst>
          </p:cNvPr>
          <p:cNvSpPr txBox="1"/>
          <p:nvPr/>
        </p:nvSpPr>
        <p:spPr>
          <a:xfrm>
            <a:off x="461818" y="415636"/>
            <a:ext cx="880241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Electrochemistry – support Neware (.csv) and Biologic (.mpt) files, more to be added</a:t>
            </a:r>
          </a:p>
          <a:p>
            <a:endParaRPr lang="en-CN" dirty="0"/>
          </a:p>
          <a:p>
            <a:r>
              <a:rPr lang="en-CN" dirty="0"/>
              <a:t>Galvanostatic Cycling (GC): </a:t>
            </a:r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--gc</a:t>
            </a:r>
          </a:p>
          <a:p>
            <a:r>
              <a:rPr lang="en-CN" dirty="0"/>
              <a:t>Cyclic Voltammetry (CV): </a:t>
            </a:r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--cv</a:t>
            </a:r>
          </a:p>
          <a:p>
            <a:r>
              <a:rPr lang="en-CN" dirty="0"/>
              <a:t>Capacity Per Cycle (CPC): </a:t>
            </a:r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--cpc</a:t>
            </a:r>
          </a:p>
          <a:p>
            <a:r>
              <a:rPr lang="en-CN" dirty="0"/>
              <a:t>Differential Capacity (dQdV): </a:t>
            </a:r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--dqdv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DF275A-1A77-6101-9DB6-FB0DE88A6E86}"/>
              </a:ext>
            </a:extLst>
          </p:cNvPr>
          <p:cNvSpPr txBox="1"/>
          <p:nvPr/>
        </p:nvSpPr>
        <p:spPr>
          <a:xfrm>
            <a:off x="277906" y="3621741"/>
            <a:ext cx="3350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batplot file.csv --gc --i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1154D7-8E63-AF84-1609-3E6CF3C9A83C}"/>
              </a:ext>
            </a:extLst>
          </p:cNvPr>
          <p:cNvSpPr txBox="1"/>
          <p:nvPr/>
        </p:nvSpPr>
        <p:spPr>
          <a:xfrm>
            <a:off x="0" y="4157844"/>
            <a:ext cx="4490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batplot file.mpt --gc --mass 5 --i</a:t>
            </a:r>
          </a:p>
        </p:txBody>
      </p:sp>
      <p:pic>
        <p:nvPicPr>
          <p:cNvPr id="7" name="Picture 6" descr="A diagram of different colored lines&#10;&#10;AI-generated content may be incorrect.">
            <a:extLst>
              <a:ext uri="{FF2B5EF4-FFF2-40B4-BE49-F238E27FC236}">
                <a16:creationId xmlns:a16="http://schemas.microsoft.com/office/drawing/2014/main" id="{D7933E7C-608A-F74C-1E26-03D6A8AB7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328" y="2093259"/>
            <a:ext cx="7338215" cy="440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263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A04B0-C3DA-B6DB-6ECA-9EE17C67A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D8D96F-C423-F957-1842-436426DC4121}"/>
              </a:ext>
            </a:extLst>
          </p:cNvPr>
          <p:cNvSpPr txBox="1"/>
          <p:nvPr/>
        </p:nvSpPr>
        <p:spPr>
          <a:xfrm>
            <a:off x="555813" y="3429931"/>
            <a:ext cx="27252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batplot file1.csv file2.csv file3.csv --cpc --i</a:t>
            </a:r>
          </a:p>
        </p:txBody>
      </p:sp>
      <p:pic>
        <p:nvPicPr>
          <p:cNvPr id="10" name="Picture 9" descr="A graph of numbers and numbers&#10;&#10;AI-generated content may be incorrect.">
            <a:extLst>
              <a:ext uri="{FF2B5EF4-FFF2-40B4-BE49-F238E27FC236}">
                <a16:creationId xmlns:a16="http://schemas.microsoft.com/office/drawing/2014/main" id="{D6533107-9209-A4C0-43F6-440A241593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2021541"/>
            <a:ext cx="7772400" cy="46634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70D2DF8-116C-D8C0-EF24-C06F7163B492}"/>
              </a:ext>
            </a:extLst>
          </p:cNvPr>
          <p:cNvSpPr txBox="1"/>
          <p:nvPr/>
        </p:nvSpPr>
        <p:spPr>
          <a:xfrm>
            <a:off x="461818" y="415636"/>
            <a:ext cx="880241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Electrochemistry – support Neware (.csv) and Biologic (.mpt) files, more to be added</a:t>
            </a:r>
          </a:p>
          <a:p>
            <a:endParaRPr lang="en-CN" dirty="0"/>
          </a:p>
          <a:p>
            <a:r>
              <a:rPr lang="en-CN" dirty="0"/>
              <a:t>Galvanostatic Cycling (GC): </a:t>
            </a:r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--gc</a:t>
            </a:r>
          </a:p>
          <a:p>
            <a:r>
              <a:rPr lang="en-CN" dirty="0"/>
              <a:t>Cyclic Voltammetry (CV): </a:t>
            </a:r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--cv</a:t>
            </a:r>
          </a:p>
          <a:p>
            <a:r>
              <a:rPr lang="en-CN" dirty="0"/>
              <a:t>Capacity Per Cycle (CPC): </a:t>
            </a:r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--cpc</a:t>
            </a:r>
          </a:p>
          <a:p>
            <a:r>
              <a:rPr lang="en-CN" dirty="0"/>
              <a:t>Differential Capacity (dQdV): </a:t>
            </a:r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--dqdv</a:t>
            </a:r>
          </a:p>
        </p:txBody>
      </p:sp>
    </p:spTree>
    <p:extLst>
      <p:ext uri="{BB962C8B-B14F-4D97-AF65-F5344CB8AC3E}">
        <p14:creationId xmlns:p14="http://schemas.microsoft.com/office/powerpoint/2010/main" val="8625969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49996-1793-8706-5095-476E14D6E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0ECB21-C21D-F0C0-088E-5B8C686A83F0}"/>
              </a:ext>
            </a:extLst>
          </p:cNvPr>
          <p:cNvSpPr txBox="1"/>
          <p:nvPr/>
        </p:nvSpPr>
        <p:spPr>
          <a:xfrm>
            <a:off x="461818" y="3429000"/>
            <a:ext cx="4231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batplot file1.csv --dqdv --i</a:t>
            </a:r>
          </a:p>
        </p:txBody>
      </p:sp>
      <p:pic>
        <p:nvPicPr>
          <p:cNvPr id="5" name="Picture 4" descr="A graph of a voltage&#10;&#10;AI-generated content may be incorrect.">
            <a:extLst>
              <a:ext uri="{FF2B5EF4-FFF2-40B4-BE49-F238E27FC236}">
                <a16:creationId xmlns:a16="http://schemas.microsoft.com/office/drawing/2014/main" id="{F58D924F-19E2-D7C1-8824-B07FBB810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2057400"/>
            <a:ext cx="7772400" cy="46634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101249-E425-B5E9-CDCE-8728909F4C95}"/>
              </a:ext>
            </a:extLst>
          </p:cNvPr>
          <p:cNvSpPr txBox="1"/>
          <p:nvPr/>
        </p:nvSpPr>
        <p:spPr>
          <a:xfrm>
            <a:off x="461818" y="415636"/>
            <a:ext cx="880241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Electrochemistry – support Neware (.csv) and Biologic (.mpt) files, more to be added</a:t>
            </a:r>
          </a:p>
          <a:p>
            <a:endParaRPr lang="en-CN" dirty="0"/>
          </a:p>
          <a:p>
            <a:r>
              <a:rPr lang="en-CN" dirty="0"/>
              <a:t>Galvanostatic Cycling (GC): </a:t>
            </a:r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--gc</a:t>
            </a:r>
          </a:p>
          <a:p>
            <a:r>
              <a:rPr lang="en-CN" dirty="0"/>
              <a:t>Cyclic Voltammetry (CV): </a:t>
            </a:r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--cv</a:t>
            </a:r>
          </a:p>
          <a:p>
            <a:r>
              <a:rPr lang="en-CN" dirty="0"/>
              <a:t>Capacity Per Cycle (CPC): </a:t>
            </a:r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--cpc</a:t>
            </a:r>
          </a:p>
          <a:p>
            <a:r>
              <a:rPr lang="en-CN" dirty="0"/>
              <a:t>Differential Capacity (dQdV): </a:t>
            </a:r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--dqdv</a:t>
            </a:r>
          </a:p>
        </p:txBody>
      </p:sp>
    </p:spTree>
    <p:extLst>
      <p:ext uri="{BB962C8B-B14F-4D97-AF65-F5344CB8AC3E}">
        <p14:creationId xmlns:p14="http://schemas.microsoft.com/office/powerpoint/2010/main" val="553179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BBEBC-2801-4E99-F13B-BF29B1A59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21C8D0-8A9C-BA09-9EEA-39FF325D1EC0}"/>
              </a:ext>
            </a:extLst>
          </p:cNvPr>
          <p:cNvSpPr txBox="1"/>
          <p:nvPr/>
        </p:nvSpPr>
        <p:spPr>
          <a:xfrm>
            <a:off x="461818" y="3429000"/>
            <a:ext cx="2496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batplot file1.csv --xaxis time --i</a:t>
            </a:r>
          </a:p>
        </p:txBody>
      </p:sp>
      <p:pic>
        <p:nvPicPr>
          <p:cNvPr id="6" name="Picture 5" descr="A graph with blue lines&#10;&#10;AI-generated content may be incorrect.">
            <a:extLst>
              <a:ext uri="{FF2B5EF4-FFF2-40B4-BE49-F238E27FC236}">
                <a16:creationId xmlns:a16="http://schemas.microsoft.com/office/drawing/2014/main" id="{7B27706E-9A54-90AD-ADC5-CB47570B5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175" y="1910354"/>
            <a:ext cx="5773271" cy="43299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71571A-2E60-8F0E-6A74-D3B59C2E6E40}"/>
              </a:ext>
            </a:extLst>
          </p:cNvPr>
          <p:cNvSpPr txBox="1"/>
          <p:nvPr/>
        </p:nvSpPr>
        <p:spPr>
          <a:xfrm>
            <a:off x="461818" y="415636"/>
            <a:ext cx="880241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Electrochemistry – support Neware (.csv) and Biologic (.mpt) files, more to be added</a:t>
            </a:r>
          </a:p>
          <a:p>
            <a:endParaRPr lang="en-CN" dirty="0"/>
          </a:p>
          <a:p>
            <a:r>
              <a:rPr lang="en-CN" dirty="0"/>
              <a:t>Galvanostatic Cycling (GC): </a:t>
            </a:r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--gc</a:t>
            </a:r>
          </a:p>
          <a:p>
            <a:r>
              <a:rPr lang="en-CN" dirty="0"/>
              <a:t>Cyclic Voltammetry (CV): </a:t>
            </a:r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--cv</a:t>
            </a:r>
          </a:p>
          <a:p>
            <a:r>
              <a:rPr lang="en-CN" dirty="0"/>
              <a:t>Capacity Per Cycle (CPC): </a:t>
            </a:r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--cpc</a:t>
            </a:r>
          </a:p>
          <a:p>
            <a:r>
              <a:rPr lang="en-CN" dirty="0"/>
              <a:t>Differential Capacity (dQdV): </a:t>
            </a:r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--dqdv</a:t>
            </a:r>
          </a:p>
        </p:txBody>
      </p:sp>
    </p:spTree>
    <p:extLst>
      <p:ext uri="{BB962C8B-B14F-4D97-AF65-F5344CB8AC3E}">
        <p14:creationId xmlns:p14="http://schemas.microsoft.com/office/powerpoint/2010/main" val="32036212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EAA66-C02A-8D25-FAC0-E97A142A0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60519C-9A73-E448-BDE9-E92343F7852B}"/>
              </a:ext>
            </a:extLst>
          </p:cNvPr>
          <p:cNvSpPr txBox="1"/>
          <p:nvPr/>
        </p:nvSpPr>
        <p:spPr>
          <a:xfrm>
            <a:off x="461818" y="415636"/>
            <a:ext cx="24801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Operando contour plot</a:t>
            </a:r>
          </a:p>
          <a:p>
            <a:endParaRPr lang="en-C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558C0D-9CC9-70FD-FF80-3A631936F799}"/>
              </a:ext>
            </a:extLst>
          </p:cNvPr>
          <p:cNvSpPr txBox="1"/>
          <p:nvPr/>
        </p:nvSpPr>
        <p:spPr>
          <a:xfrm>
            <a:off x="461818" y="1281952"/>
            <a:ext cx="115508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dirty="0"/>
              <a:t>To plot operando data, all files needs to be placed in one folder (data files (xy, xye, dat, txt, nor, chik, chir) with ec data (optional)).</a:t>
            </a:r>
          </a:p>
          <a:p>
            <a:r>
              <a:rPr lang="en-CN" dirty="0"/>
              <a:t>Now, copy path of the </a:t>
            </a:r>
            <a:r>
              <a:rPr lang="en-CN" i="1" dirty="0"/>
              <a:t>Operando</a:t>
            </a:r>
            <a:r>
              <a:rPr lang="en-CN" dirty="0"/>
              <a:t> folder, and do: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1323E8-32DE-6C81-FE81-893ADCE76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482" y="3429000"/>
            <a:ext cx="4965700" cy="1968500"/>
          </a:xfrm>
          <a:prstGeom prst="rect">
            <a:avLst/>
          </a:prstGeom>
        </p:spPr>
      </p:pic>
      <p:pic>
        <p:nvPicPr>
          <p:cNvPr id="8" name="Picture 7" descr="A diagram of a graph&#10;&#10;AI-generated content may be incorrect.">
            <a:extLst>
              <a:ext uri="{FF2B5EF4-FFF2-40B4-BE49-F238E27FC236}">
                <a16:creationId xmlns:a16="http://schemas.microsoft.com/office/drawing/2014/main" id="{D9408CA5-839F-7CDF-A644-B60FCDD4C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30" y="2788634"/>
            <a:ext cx="5956927" cy="32492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B86FFF-F6BC-1FE9-9E14-C0729688F48D}"/>
              </a:ext>
            </a:extLst>
          </p:cNvPr>
          <p:cNvSpPr txBox="1"/>
          <p:nvPr/>
        </p:nvSpPr>
        <p:spPr>
          <a:xfrm>
            <a:off x="3955598" y="2205282"/>
            <a:ext cx="5123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batplot path/to/Operando --operando --i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EB5916-3C4F-6E8D-0AE1-F7F1032DB787}"/>
              </a:ext>
            </a:extLst>
          </p:cNvPr>
          <p:cNvSpPr txBox="1"/>
          <p:nvPr/>
        </p:nvSpPr>
        <p:spPr>
          <a:xfrm>
            <a:off x="3259093" y="2603968"/>
            <a:ext cx="6516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batplot path/to/Operando --operando --wl 0.709 --i</a:t>
            </a:r>
          </a:p>
        </p:txBody>
      </p:sp>
    </p:spTree>
    <p:extLst>
      <p:ext uri="{BB962C8B-B14F-4D97-AF65-F5344CB8AC3E}">
        <p14:creationId xmlns:p14="http://schemas.microsoft.com/office/powerpoint/2010/main" val="17476928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B237A-6C8C-533F-C692-13F3D0A4D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2ACCEF-6DD2-C35B-1DB0-6C9A96E3E083}"/>
              </a:ext>
            </a:extLst>
          </p:cNvPr>
          <p:cNvSpPr txBox="1"/>
          <p:nvPr/>
        </p:nvSpPr>
        <p:spPr>
          <a:xfrm>
            <a:off x="3601706" y="2905780"/>
            <a:ext cx="47243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800" dirty="0"/>
              <a:t>Questions and suggestions?</a:t>
            </a:r>
          </a:p>
        </p:txBody>
      </p:sp>
    </p:spTree>
    <p:extLst>
      <p:ext uri="{BB962C8B-B14F-4D97-AF65-F5344CB8AC3E}">
        <p14:creationId xmlns:p14="http://schemas.microsoft.com/office/powerpoint/2010/main" val="3075919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63b6811-b0a4-4b2a-b932-72c4c970c5d2}" enabled="0" method="" siteId="{463b6811-b0a4-4b2a-b932-72c4c970c5d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4632</TotalTime>
  <Words>1704</Words>
  <Application>Microsoft Macintosh PowerPoint</Application>
  <PresentationFormat>Widescreen</PresentationFormat>
  <Paragraphs>150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Tian Dai</dc:creator>
  <cp:lastModifiedBy>Tian Dai</cp:lastModifiedBy>
  <cp:revision>2</cp:revision>
  <dcterms:created xsi:type="dcterms:W3CDTF">2026-01-28T08:26:23Z</dcterms:created>
  <dcterms:modified xsi:type="dcterms:W3CDTF">2026-02-04T08:52:09Z</dcterms:modified>
</cp:coreProperties>
</file>